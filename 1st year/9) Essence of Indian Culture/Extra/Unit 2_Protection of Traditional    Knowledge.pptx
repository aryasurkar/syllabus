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8"/>
  </p:notesMasterIdLst>
  <p:sldIdLst>
    <p:sldId id="256" r:id="rId2"/>
    <p:sldId id="259" r:id="rId3"/>
    <p:sldId id="263" r:id="rId4"/>
    <p:sldId id="260" r:id="rId5"/>
    <p:sldId id="262" r:id="rId6"/>
    <p:sldId id="310" r:id="rId7"/>
    <p:sldId id="311" r:id="rId8"/>
    <p:sldId id="266" r:id="rId9"/>
    <p:sldId id="264" r:id="rId10"/>
    <p:sldId id="270" r:id="rId11"/>
    <p:sldId id="271" r:id="rId12"/>
    <p:sldId id="312" r:id="rId13"/>
    <p:sldId id="281" r:id="rId14"/>
    <p:sldId id="313" r:id="rId15"/>
    <p:sldId id="268" r:id="rId16"/>
    <p:sldId id="314" r:id="rId17"/>
  </p:sldIdLst>
  <p:sldSz cx="9144000" cy="5143500" type="screen16x9"/>
  <p:notesSz cx="6858000" cy="9144000"/>
  <p:embeddedFontLst>
    <p:embeddedFont>
      <p:font typeface="Alice" pitchFamily="2" charset="0"/>
      <p:regular r:id="rId19"/>
    </p:embeddedFont>
    <p:embeddedFont>
      <p:font typeface="Open Sans" panose="02000000000000000000" pitchFamily="2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63D7FF-A3B9-4440-9E5A-12333088B16A}">
  <a:tblStyle styleId="{9F63D7FF-A3B9-4440-9E5A-12333088B1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-576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26" Type="http://schemas.openxmlformats.org/officeDocument/2006/relationships/font" Target="fonts/font8.fntdata" /><Relationship Id="rId3" Type="http://schemas.openxmlformats.org/officeDocument/2006/relationships/slide" Target="slides/slide2.xml" /><Relationship Id="rId21" Type="http://schemas.openxmlformats.org/officeDocument/2006/relationships/font" Target="fonts/font3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font" Target="fonts/font7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font" Target="fonts/font2.fntdata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6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5.fntdata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font" Target="fonts/font1.fntdata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4.fntdata" /><Relationship Id="rId27" Type="http://schemas.openxmlformats.org/officeDocument/2006/relationships/font" Target="fonts/font9.fntdata" /><Relationship Id="rId3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ec953f510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ec953f510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e1da39008e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e1da39008e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e1da39008e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e1da39008e_0_9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e93d74d5f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e93d74d5f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e1da39008e_0_9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e1da39008e_0_9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b6f45d4e6e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b6f45d4e6e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751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b6f45d4e6e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b6f45d4e6e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760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b6f45d4e6e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b6f45d4e6e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e1da39008e_0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e1da39008e_0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e229c23b0e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e229c23b0e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e876effa2d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e876effa2d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b6f45d4e6e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b6f45d4e6e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3385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e1da39008e_0_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e1da39008e_0_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e229c23b0e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e229c23b0e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73136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e392de34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e392de34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b6f45d4e6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b6f45d4e6e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4350" y="887675"/>
            <a:ext cx="4493400" cy="23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800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4350" y="4216725"/>
            <a:ext cx="54780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424350" y="3587325"/>
            <a:ext cx="54780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3300" b="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0" y="1095975"/>
            <a:ext cx="117000" cy="2080950"/>
            <a:chOff x="0" y="717875"/>
            <a:chExt cx="117000" cy="2080950"/>
          </a:xfrm>
        </p:grpSpPr>
        <p:sp>
          <p:nvSpPr>
            <p:cNvPr id="13" name="Google Shape;13;p2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" name="Google Shape;16;p2"/>
          <p:cNvCxnSpPr/>
          <p:nvPr/>
        </p:nvCxnSpPr>
        <p:spPr>
          <a:xfrm rot="10800000">
            <a:off x="0" y="238450"/>
            <a:ext cx="543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539500" y="2234700"/>
            <a:ext cx="4737000" cy="10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540900" y="1105808"/>
            <a:ext cx="1579800" cy="12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9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539500" y="3360600"/>
            <a:ext cx="40194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5295002" y="532950"/>
            <a:ext cx="0" cy="4077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" name="Google Shape;22;p3"/>
          <p:cNvGrpSpPr/>
          <p:nvPr/>
        </p:nvGrpSpPr>
        <p:grpSpPr>
          <a:xfrm>
            <a:off x="0" y="717875"/>
            <a:ext cx="117000" cy="2080950"/>
            <a:chOff x="0" y="717875"/>
            <a:chExt cx="117000" cy="2080950"/>
          </a:xfrm>
        </p:grpSpPr>
        <p:sp>
          <p:nvSpPr>
            <p:cNvPr id="23" name="Google Shape;23;p3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>
            <a:spLocks noGrp="1"/>
          </p:cNvSpPr>
          <p:nvPr>
            <p:ph type="title"/>
          </p:nvPr>
        </p:nvSpPr>
        <p:spPr>
          <a:xfrm>
            <a:off x="539550" y="1890900"/>
            <a:ext cx="8064900" cy="13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62" name="Google Shape;62;p8"/>
          <p:cNvGrpSpPr/>
          <p:nvPr/>
        </p:nvGrpSpPr>
        <p:grpSpPr>
          <a:xfrm>
            <a:off x="9027096" y="717875"/>
            <a:ext cx="117000" cy="2080950"/>
            <a:chOff x="0" y="717875"/>
            <a:chExt cx="117000" cy="2080950"/>
          </a:xfrm>
        </p:grpSpPr>
        <p:sp>
          <p:nvSpPr>
            <p:cNvPr id="63" name="Google Shape;63;p8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8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6" name="Google Shape;66;p8"/>
          <p:cNvCxnSpPr/>
          <p:nvPr/>
        </p:nvCxnSpPr>
        <p:spPr>
          <a:xfrm rot="10800000">
            <a:off x="2673525" y="3258222"/>
            <a:ext cx="3797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539500" y="1366199"/>
            <a:ext cx="3999000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539500" y="2186199"/>
            <a:ext cx="3999000" cy="16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9"/>
          <p:cNvCxnSpPr/>
          <p:nvPr/>
        </p:nvCxnSpPr>
        <p:spPr>
          <a:xfrm rot="10800000">
            <a:off x="525425" y="2116051"/>
            <a:ext cx="3937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9"/>
          <p:cNvCxnSpPr/>
          <p:nvPr/>
        </p:nvCxnSpPr>
        <p:spPr>
          <a:xfrm>
            <a:off x="4747576" y="532950"/>
            <a:ext cx="0" cy="4077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" name="Google Shape;72;p9"/>
          <p:cNvGrpSpPr/>
          <p:nvPr/>
        </p:nvGrpSpPr>
        <p:grpSpPr>
          <a:xfrm>
            <a:off x="9027096" y="717875"/>
            <a:ext cx="117000" cy="2080950"/>
            <a:chOff x="0" y="717875"/>
            <a:chExt cx="117000" cy="2080950"/>
          </a:xfrm>
        </p:grpSpPr>
        <p:sp>
          <p:nvSpPr>
            <p:cNvPr id="73" name="Google Shape;73;p9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 hasCustomPrompt="1"/>
          </p:nvPr>
        </p:nvSpPr>
        <p:spPr>
          <a:xfrm>
            <a:off x="1554150" y="2826450"/>
            <a:ext cx="6035700" cy="10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5" name="Google Shape;85;p11"/>
          <p:cNvSpPr txBox="1">
            <a:spLocks noGrp="1"/>
          </p:cNvSpPr>
          <p:nvPr>
            <p:ph type="subTitle" idx="1"/>
          </p:nvPr>
        </p:nvSpPr>
        <p:spPr>
          <a:xfrm>
            <a:off x="1929850" y="3926250"/>
            <a:ext cx="5284200" cy="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86" name="Google Shape;86;p11"/>
          <p:cNvCxnSpPr/>
          <p:nvPr/>
        </p:nvCxnSpPr>
        <p:spPr>
          <a:xfrm rot="10800000">
            <a:off x="0" y="238450"/>
            <a:ext cx="543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7" name="Google Shape;87;p11"/>
          <p:cNvGrpSpPr/>
          <p:nvPr/>
        </p:nvGrpSpPr>
        <p:grpSpPr>
          <a:xfrm>
            <a:off x="9030796" y="717875"/>
            <a:ext cx="117000" cy="2080950"/>
            <a:chOff x="0" y="717875"/>
            <a:chExt cx="117000" cy="2080950"/>
          </a:xfrm>
        </p:grpSpPr>
        <p:sp>
          <p:nvSpPr>
            <p:cNvPr id="88" name="Google Shape;88;p11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4151675" y="535526"/>
            <a:ext cx="44484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2" hasCustomPrompt="1"/>
          </p:nvPr>
        </p:nvSpPr>
        <p:spPr>
          <a:xfrm>
            <a:off x="3516400" y="587331"/>
            <a:ext cx="6327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4151675" y="941225"/>
            <a:ext cx="4448400" cy="4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3"/>
          </p:nvPr>
        </p:nvSpPr>
        <p:spPr>
          <a:xfrm>
            <a:off x="4151675" y="1600079"/>
            <a:ext cx="44484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4" hasCustomPrompt="1"/>
          </p:nvPr>
        </p:nvSpPr>
        <p:spPr>
          <a:xfrm>
            <a:off x="3516400" y="1650651"/>
            <a:ext cx="6327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5"/>
          </p:nvPr>
        </p:nvSpPr>
        <p:spPr>
          <a:xfrm>
            <a:off x="4151675" y="2009900"/>
            <a:ext cx="4448400" cy="4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6"/>
          </p:nvPr>
        </p:nvSpPr>
        <p:spPr>
          <a:xfrm>
            <a:off x="4151675" y="2664633"/>
            <a:ext cx="44484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7" hasCustomPrompt="1"/>
          </p:nvPr>
        </p:nvSpPr>
        <p:spPr>
          <a:xfrm>
            <a:off x="3516400" y="2713971"/>
            <a:ext cx="6327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8"/>
          </p:nvPr>
        </p:nvSpPr>
        <p:spPr>
          <a:xfrm>
            <a:off x="4151675" y="3078576"/>
            <a:ext cx="4448400" cy="4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9"/>
          </p:nvPr>
        </p:nvSpPr>
        <p:spPr>
          <a:xfrm>
            <a:off x="4151675" y="3729187"/>
            <a:ext cx="44484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13" hasCustomPrompt="1"/>
          </p:nvPr>
        </p:nvSpPr>
        <p:spPr>
          <a:xfrm>
            <a:off x="3516400" y="3777291"/>
            <a:ext cx="6327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4"/>
          </p:nvPr>
        </p:nvSpPr>
        <p:spPr>
          <a:xfrm>
            <a:off x="4151675" y="4147251"/>
            <a:ext cx="4448400" cy="4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5"/>
          </p:nvPr>
        </p:nvSpPr>
        <p:spPr>
          <a:xfrm>
            <a:off x="539500" y="2046750"/>
            <a:ext cx="2672400" cy="13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6" name="Google Shape;106;p13"/>
          <p:cNvGrpSpPr/>
          <p:nvPr/>
        </p:nvGrpSpPr>
        <p:grpSpPr>
          <a:xfrm>
            <a:off x="0" y="717875"/>
            <a:ext cx="117000" cy="2080950"/>
            <a:chOff x="0" y="717875"/>
            <a:chExt cx="117000" cy="2080950"/>
          </a:xfrm>
        </p:grpSpPr>
        <p:sp>
          <p:nvSpPr>
            <p:cNvPr id="107" name="Google Shape;107;p13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0" name="Google Shape;110;p13"/>
          <p:cNvCxnSpPr/>
          <p:nvPr/>
        </p:nvCxnSpPr>
        <p:spPr>
          <a:xfrm rot="10800000">
            <a:off x="0" y="238450"/>
            <a:ext cx="543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113" name="Google Shape;113;p14"/>
          <p:cNvCxnSpPr/>
          <p:nvPr/>
        </p:nvCxnSpPr>
        <p:spPr>
          <a:xfrm rot="10800000">
            <a:off x="0" y="238450"/>
            <a:ext cx="543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" name="Google Shape;114;p14"/>
          <p:cNvGrpSpPr/>
          <p:nvPr/>
        </p:nvGrpSpPr>
        <p:grpSpPr>
          <a:xfrm>
            <a:off x="0" y="717875"/>
            <a:ext cx="117000" cy="2080950"/>
            <a:chOff x="0" y="717875"/>
            <a:chExt cx="117000" cy="2080950"/>
          </a:xfrm>
        </p:grpSpPr>
        <p:sp>
          <p:nvSpPr>
            <p:cNvPr id="115" name="Google Shape;115;p14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2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127" name="Google Shape;127;p16"/>
          <p:cNvCxnSpPr/>
          <p:nvPr/>
        </p:nvCxnSpPr>
        <p:spPr>
          <a:xfrm rot="10800000">
            <a:off x="0" y="238450"/>
            <a:ext cx="543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8" name="Google Shape;128;p16"/>
          <p:cNvGrpSpPr/>
          <p:nvPr/>
        </p:nvGrpSpPr>
        <p:grpSpPr>
          <a:xfrm>
            <a:off x="9030796" y="717875"/>
            <a:ext cx="117000" cy="2080950"/>
            <a:chOff x="0" y="717875"/>
            <a:chExt cx="117000" cy="2080950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3036750" y="3698654"/>
            <a:ext cx="3070500" cy="3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subTitle" idx="1"/>
          </p:nvPr>
        </p:nvSpPr>
        <p:spPr>
          <a:xfrm>
            <a:off x="2298450" y="2260937"/>
            <a:ext cx="4547100" cy="14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135" name="Google Shape;135;p17"/>
          <p:cNvGrpSpPr/>
          <p:nvPr/>
        </p:nvGrpSpPr>
        <p:grpSpPr>
          <a:xfrm>
            <a:off x="0" y="717875"/>
            <a:ext cx="117000" cy="2080950"/>
            <a:chOff x="0" y="717875"/>
            <a:chExt cx="117000" cy="2080950"/>
          </a:xfrm>
        </p:grpSpPr>
        <p:sp>
          <p:nvSpPr>
            <p:cNvPr id="136" name="Google Shape;136;p17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9" name="Google Shape;139;p17"/>
          <p:cNvCxnSpPr/>
          <p:nvPr/>
        </p:nvCxnSpPr>
        <p:spPr>
          <a:xfrm rot="10800000">
            <a:off x="2673450" y="2182558"/>
            <a:ext cx="3797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>
            <a:spLocks noGrp="1"/>
          </p:cNvSpPr>
          <p:nvPr>
            <p:ph type="title"/>
          </p:nvPr>
        </p:nvSpPr>
        <p:spPr>
          <a:xfrm>
            <a:off x="1834500" y="3100374"/>
            <a:ext cx="5475000" cy="10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title" idx="2" hasCustomPrompt="1"/>
          </p:nvPr>
        </p:nvSpPr>
        <p:spPr>
          <a:xfrm>
            <a:off x="3718350" y="1945567"/>
            <a:ext cx="17073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1" name="Google Shape;201;p25"/>
          <p:cNvSpPr txBox="1">
            <a:spLocks noGrp="1"/>
          </p:cNvSpPr>
          <p:nvPr>
            <p:ph type="subTitle" idx="1"/>
          </p:nvPr>
        </p:nvSpPr>
        <p:spPr>
          <a:xfrm>
            <a:off x="1834500" y="4139121"/>
            <a:ext cx="5475000" cy="4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02" name="Google Shape;202;p25"/>
          <p:cNvGrpSpPr/>
          <p:nvPr/>
        </p:nvGrpSpPr>
        <p:grpSpPr>
          <a:xfrm>
            <a:off x="9027096" y="717875"/>
            <a:ext cx="117000" cy="2080950"/>
            <a:chOff x="0" y="717875"/>
            <a:chExt cx="117000" cy="2080950"/>
          </a:xfrm>
        </p:grpSpPr>
        <p:sp>
          <p:nvSpPr>
            <p:cNvPr id="203" name="Google Shape;203;p25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5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3846649" y="2004763"/>
            <a:ext cx="47781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title" idx="2" hasCustomPrompt="1"/>
          </p:nvPr>
        </p:nvSpPr>
        <p:spPr>
          <a:xfrm>
            <a:off x="6917349" y="586077"/>
            <a:ext cx="1707300" cy="15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9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9" name="Google Shape;209;p26"/>
          <p:cNvSpPr txBox="1">
            <a:spLocks noGrp="1"/>
          </p:cNvSpPr>
          <p:nvPr>
            <p:ph type="subTitle" idx="1"/>
          </p:nvPr>
        </p:nvSpPr>
        <p:spPr>
          <a:xfrm>
            <a:off x="5274525" y="3861423"/>
            <a:ext cx="3350400" cy="6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210" name="Google Shape;210;p26"/>
          <p:cNvGrpSpPr/>
          <p:nvPr/>
        </p:nvGrpSpPr>
        <p:grpSpPr>
          <a:xfrm>
            <a:off x="0" y="717875"/>
            <a:ext cx="117000" cy="2080950"/>
            <a:chOff x="0" y="717875"/>
            <a:chExt cx="117000" cy="2080950"/>
          </a:xfrm>
        </p:grpSpPr>
        <p:sp>
          <p:nvSpPr>
            <p:cNvPr id="211" name="Google Shape;211;p26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4" name="Google Shape;214;p26"/>
          <p:cNvCxnSpPr/>
          <p:nvPr/>
        </p:nvCxnSpPr>
        <p:spPr>
          <a:xfrm>
            <a:off x="4390729" y="532950"/>
            <a:ext cx="0" cy="4077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>
            <a:spLocks noGrp="1"/>
          </p:cNvSpPr>
          <p:nvPr>
            <p:ph type="title"/>
          </p:nvPr>
        </p:nvSpPr>
        <p:spPr>
          <a:xfrm>
            <a:off x="542719" y="3485995"/>
            <a:ext cx="25677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subTitle" idx="1"/>
          </p:nvPr>
        </p:nvSpPr>
        <p:spPr>
          <a:xfrm>
            <a:off x="542719" y="3893723"/>
            <a:ext cx="2567700" cy="6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title" idx="2"/>
          </p:nvPr>
        </p:nvSpPr>
        <p:spPr>
          <a:xfrm>
            <a:off x="3286224" y="3485995"/>
            <a:ext cx="25677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subTitle" idx="3"/>
          </p:nvPr>
        </p:nvSpPr>
        <p:spPr>
          <a:xfrm>
            <a:off x="3286224" y="3893723"/>
            <a:ext cx="2567700" cy="6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title" idx="4"/>
          </p:nvPr>
        </p:nvSpPr>
        <p:spPr>
          <a:xfrm>
            <a:off x="6033581" y="3485995"/>
            <a:ext cx="25677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5"/>
          </p:nvPr>
        </p:nvSpPr>
        <p:spPr>
          <a:xfrm>
            <a:off x="6033581" y="3893723"/>
            <a:ext cx="2567700" cy="6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title" idx="6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223" name="Google Shape;223;p27"/>
          <p:cNvCxnSpPr/>
          <p:nvPr/>
        </p:nvCxnSpPr>
        <p:spPr>
          <a:xfrm rot="10800000">
            <a:off x="0" y="238450"/>
            <a:ext cx="543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4" name="Google Shape;224;p27"/>
          <p:cNvGrpSpPr/>
          <p:nvPr/>
        </p:nvGrpSpPr>
        <p:grpSpPr>
          <a:xfrm>
            <a:off x="9030796" y="717875"/>
            <a:ext cx="117000" cy="2080950"/>
            <a:chOff x="0" y="717875"/>
            <a:chExt cx="117000" cy="2080950"/>
          </a:xfrm>
        </p:grpSpPr>
        <p:sp>
          <p:nvSpPr>
            <p:cNvPr id="225" name="Google Shape;225;p27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>
            <a:spLocks noGrp="1"/>
          </p:cNvSpPr>
          <p:nvPr>
            <p:ph type="title"/>
          </p:nvPr>
        </p:nvSpPr>
        <p:spPr>
          <a:xfrm>
            <a:off x="1378500" y="2495675"/>
            <a:ext cx="2516400" cy="3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subTitle" idx="1"/>
          </p:nvPr>
        </p:nvSpPr>
        <p:spPr>
          <a:xfrm>
            <a:off x="1378500" y="2825139"/>
            <a:ext cx="2516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8"/>
          <p:cNvSpPr txBox="1">
            <a:spLocks noGrp="1"/>
          </p:cNvSpPr>
          <p:nvPr>
            <p:ph type="title" idx="2"/>
          </p:nvPr>
        </p:nvSpPr>
        <p:spPr>
          <a:xfrm>
            <a:off x="5249100" y="2499358"/>
            <a:ext cx="2516400" cy="3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subTitle" idx="3"/>
          </p:nvPr>
        </p:nvSpPr>
        <p:spPr>
          <a:xfrm>
            <a:off x="5249100" y="2821456"/>
            <a:ext cx="2516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8"/>
          <p:cNvSpPr txBox="1">
            <a:spLocks noGrp="1"/>
          </p:cNvSpPr>
          <p:nvPr>
            <p:ph type="title" idx="4"/>
          </p:nvPr>
        </p:nvSpPr>
        <p:spPr>
          <a:xfrm>
            <a:off x="3313800" y="1347943"/>
            <a:ext cx="2516400" cy="3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4" name="Google Shape;234;p28"/>
          <p:cNvSpPr txBox="1">
            <a:spLocks noGrp="1"/>
          </p:cNvSpPr>
          <p:nvPr>
            <p:ph type="subTitle" idx="5"/>
          </p:nvPr>
        </p:nvSpPr>
        <p:spPr>
          <a:xfrm>
            <a:off x="3313800" y="1667939"/>
            <a:ext cx="2516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8"/>
          <p:cNvSpPr txBox="1">
            <a:spLocks noGrp="1"/>
          </p:cNvSpPr>
          <p:nvPr>
            <p:ph type="title" idx="6"/>
          </p:nvPr>
        </p:nvSpPr>
        <p:spPr>
          <a:xfrm>
            <a:off x="3313800" y="3652845"/>
            <a:ext cx="2516400" cy="3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6" name="Google Shape;236;p28"/>
          <p:cNvSpPr txBox="1">
            <a:spLocks noGrp="1"/>
          </p:cNvSpPr>
          <p:nvPr>
            <p:ph type="subTitle" idx="7"/>
          </p:nvPr>
        </p:nvSpPr>
        <p:spPr>
          <a:xfrm>
            <a:off x="3313800" y="3989140"/>
            <a:ext cx="2516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8"/>
          <p:cNvSpPr txBox="1">
            <a:spLocks noGrp="1"/>
          </p:cNvSpPr>
          <p:nvPr>
            <p:ph type="title" idx="8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238" name="Google Shape;238;p28"/>
          <p:cNvCxnSpPr/>
          <p:nvPr/>
        </p:nvCxnSpPr>
        <p:spPr>
          <a:xfrm rot="10800000">
            <a:off x="0" y="238450"/>
            <a:ext cx="543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9" name="Google Shape;239;p28"/>
          <p:cNvGrpSpPr/>
          <p:nvPr/>
        </p:nvGrpSpPr>
        <p:grpSpPr>
          <a:xfrm>
            <a:off x="9027096" y="717875"/>
            <a:ext cx="117000" cy="2080950"/>
            <a:chOff x="0" y="717875"/>
            <a:chExt cx="117000" cy="2080950"/>
          </a:xfrm>
        </p:grpSpPr>
        <p:sp>
          <p:nvSpPr>
            <p:cNvPr id="240" name="Google Shape;240;p28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9" name="Google Shape;289;p32"/>
          <p:cNvCxnSpPr/>
          <p:nvPr/>
        </p:nvCxnSpPr>
        <p:spPr>
          <a:xfrm rot="10800000">
            <a:off x="0" y="238450"/>
            <a:ext cx="543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90" name="Google Shape;290;p32"/>
          <p:cNvGrpSpPr/>
          <p:nvPr/>
        </p:nvGrpSpPr>
        <p:grpSpPr>
          <a:xfrm>
            <a:off x="9027096" y="717875"/>
            <a:ext cx="117000" cy="2080950"/>
            <a:chOff x="0" y="717875"/>
            <a:chExt cx="117000" cy="2080950"/>
          </a:xfrm>
        </p:grpSpPr>
        <p:sp>
          <p:nvSpPr>
            <p:cNvPr id="291" name="Google Shape;291;p32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2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2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5" name="Google Shape;295;p33"/>
          <p:cNvCxnSpPr/>
          <p:nvPr/>
        </p:nvCxnSpPr>
        <p:spPr>
          <a:xfrm rot="10800000">
            <a:off x="0" y="238450"/>
            <a:ext cx="543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96" name="Google Shape;296;p33"/>
          <p:cNvGrpSpPr/>
          <p:nvPr/>
        </p:nvGrpSpPr>
        <p:grpSpPr>
          <a:xfrm>
            <a:off x="0" y="717875"/>
            <a:ext cx="117000" cy="2080950"/>
            <a:chOff x="0" y="717875"/>
            <a:chExt cx="117000" cy="2080950"/>
          </a:xfrm>
        </p:grpSpPr>
        <p:sp>
          <p:nvSpPr>
            <p:cNvPr id="297" name="Google Shape;297;p33"/>
            <p:cNvSpPr/>
            <p:nvPr/>
          </p:nvSpPr>
          <p:spPr>
            <a:xfrm>
              <a:off x="0" y="717875"/>
              <a:ext cx="117000" cy="66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3"/>
            <p:cNvSpPr/>
            <p:nvPr/>
          </p:nvSpPr>
          <p:spPr>
            <a:xfrm>
              <a:off x="0" y="1425350"/>
              <a:ext cx="117000" cy="66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3"/>
            <p:cNvSpPr/>
            <p:nvPr/>
          </p:nvSpPr>
          <p:spPr>
            <a:xfrm>
              <a:off x="0" y="2132825"/>
              <a:ext cx="117000" cy="66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lice"/>
              <a:buNone/>
              <a:defRPr sz="2500" b="1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ice"/>
              <a:buNone/>
              <a:defRPr sz="3500" b="1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ice"/>
              <a:buNone/>
              <a:defRPr sz="3500" b="1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ice"/>
              <a:buNone/>
              <a:defRPr sz="3500" b="1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ice"/>
              <a:buNone/>
              <a:defRPr sz="3500" b="1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ice"/>
              <a:buNone/>
              <a:defRPr sz="3500" b="1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ice"/>
              <a:buNone/>
              <a:defRPr sz="3500" b="1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ice"/>
              <a:buNone/>
              <a:defRPr sz="3500" b="1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ice"/>
              <a:buNone/>
              <a:defRPr sz="3500" b="1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433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7" r:id="rId5"/>
    <p:sldLayoutId id="2147483658" r:id="rId6"/>
    <p:sldLayoutId id="2147483659" r:id="rId7"/>
    <p:sldLayoutId id="2147483660" r:id="rId8"/>
    <p:sldLayoutId id="2147483662" r:id="rId9"/>
    <p:sldLayoutId id="2147483663" r:id="rId10"/>
    <p:sldLayoutId id="2147483671" r:id="rId11"/>
    <p:sldLayoutId id="2147483672" r:id="rId12"/>
    <p:sldLayoutId id="2147483673" r:id="rId13"/>
    <p:sldLayoutId id="2147483674" r:id="rId14"/>
    <p:sldLayoutId id="2147483678" r:id="rId15"/>
    <p:sldLayoutId id="2147483679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0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8.jpeg" /><Relationship Id="rId4" Type="http://schemas.openxmlformats.org/officeDocument/2006/relationships/image" Target="../media/image7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11.jpeg" /><Relationship Id="rId4" Type="http://schemas.openxmlformats.org/officeDocument/2006/relationships/image" Target="../media/image10.jpe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1.xml" /><Relationship Id="rId4" Type="http://schemas.openxmlformats.org/officeDocument/2006/relationships/image" Target="../media/image12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3.xml" /><Relationship Id="rId5" Type="http://schemas.openxmlformats.org/officeDocument/2006/relationships/image" Target="../media/image15.jpeg" /><Relationship Id="rId4" Type="http://schemas.openxmlformats.org/officeDocument/2006/relationships/image" Target="../media/image14.jpe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16.jpe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9.xml" /><Relationship Id="rId5" Type="http://schemas.openxmlformats.org/officeDocument/2006/relationships/image" Target="../media/image19.jpeg" /><Relationship Id="rId4" Type="http://schemas.openxmlformats.org/officeDocument/2006/relationships/image" Target="../media/image18.jpe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4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8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25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 txBox="1">
            <a:spLocks noGrp="1"/>
          </p:cNvSpPr>
          <p:nvPr>
            <p:ph type="ctrTitle" idx="2"/>
          </p:nvPr>
        </p:nvSpPr>
        <p:spPr>
          <a:xfrm>
            <a:off x="424350" y="3958137"/>
            <a:ext cx="54780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310" name="Google Shape;310;p36"/>
          <p:cNvSpPr txBox="1">
            <a:spLocks noGrp="1"/>
          </p:cNvSpPr>
          <p:nvPr>
            <p:ph type="ctrTitle"/>
          </p:nvPr>
        </p:nvSpPr>
        <p:spPr>
          <a:xfrm>
            <a:off x="424350" y="1063017"/>
            <a:ext cx="4493400" cy="23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4400" dirty="0"/>
              <a:t>Protection of </a:t>
            </a:r>
            <a:r>
              <a:rPr lang="en" sz="4400" dirty="0">
                <a:solidFill>
                  <a:schemeClr val="tx1"/>
                </a:solidFill>
              </a:rPr>
              <a:t>Traditional </a:t>
            </a:r>
            <a:r>
              <a:rPr lang="en" sz="4400" dirty="0"/>
              <a:t>   </a:t>
            </a:r>
            <a:r>
              <a:rPr lang="en" sz="4400" dirty="0">
                <a:solidFill>
                  <a:schemeClr val="tx2"/>
                </a:solidFill>
              </a:rPr>
              <a:t>Knowledge</a:t>
            </a:r>
            <a:endParaRPr sz="4400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B359F-C700-43C0-AEFD-C0A3CED5D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351" y="0"/>
            <a:ext cx="3241649" cy="51435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935A61F-AABA-4164-AB57-280A283E71C8}"/>
              </a:ext>
            </a:extLst>
          </p:cNvPr>
          <p:cNvCxnSpPr>
            <a:cxnSpLocks/>
          </p:cNvCxnSpPr>
          <p:nvPr/>
        </p:nvCxnSpPr>
        <p:spPr>
          <a:xfrm>
            <a:off x="1375508" y="4540437"/>
            <a:ext cx="4165600" cy="0"/>
          </a:xfrm>
          <a:prstGeom prst="line">
            <a:avLst/>
          </a:prstGeom>
          <a:ln>
            <a:solidFill>
              <a:schemeClr val="tx2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0"/>
      <p:bldP spid="3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 txBox="1">
            <a:spLocks noGrp="1"/>
          </p:cNvSpPr>
          <p:nvPr>
            <p:ph type="title"/>
          </p:nvPr>
        </p:nvSpPr>
        <p:spPr>
          <a:xfrm>
            <a:off x="4151675" y="535526"/>
            <a:ext cx="44484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Traditional Knowledge</a:t>
            </a:r>
          </a:p>
        </p:txBody>
      </p:sp>
      <p:sp>
        <p:nvSpPr>
          <p:cNvPr id="330" name="Google Shape;330;p39"/>
          <p:cNvSpPr txBox="1">
            <a:spLocks noGrp="1"/>
          </p:cNvSpPr>
          <p:nvPr>
            <p:ph type="title" idx="2"/>
          </p:nvPr>
        </p:nvSpPr>
        <p:spPr>
          <a:xfrm>
            <a:off x="3516400" y="587331"/>
            <a:ext cx="6327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32" name="Google Shape;332;p39"/>
          <p:cNvSpPr txBox="1">
            <a:spLocks noGrp="1"/>
          </p:cNvSpPr>
          <p:nvPr>
            <p:ph type="title" idx="3"/>
          </p:nvPr>
        </p:nvSpPr>
        <p:spPr>
          <a:xfrm>
            <a:off x="4149100" y="1270714"/>
            <a:ext cx="44484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Need to Protect It</a:t>
            </a:r>
            <a:endParaRPr dirty="0"/>
          </a:p>
        </p:txBody>
      </p:sp>
      <p:sp>
        <p:nvSpPr>
          <p:cNvPr id="334" name="Google Shape;334;p39"/>
          <p:cNvSpPr txBox="1">
            <a:spLocks noGrp="1"/>
          </p:cNvSpPr>
          <p:nvPr>
            <p:ph type="title" idx="6"/>
          </p:nvPr>
        </p:nvSpPr>
        <p:spPr>
          <a:xfrm>
            <a:off x="4149100" y="1983031"/>
            <a:ext cx="44484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Significance</a:t>
            </a:r>
          </a:p>
        </p:txBody>
      </p:sp>
      <p:sp>
        <p:nvSpPr>
          <p:cNvPr id="335" name="Google Shape;335;p39"/>
          <p:cNvSpPr txBox="1">
            <a:spLocks noGrp="1"/>
          </p:cNvSpPr>
          <p:nvPr>
            <p:ph type="title" idx="7"/>
          </p:nvPr>
        </p:nvSpPr>
        <p:spPr>
          <a:xfrm>
            <a:off x="3523400" y="2050387"/>
            <a:ext cx="6327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37" name="Google Shape;337;p39"/>
          <p:cNvSpPr txBox="1">
            <a:spLocks noGrp="1"/>
          </p:cNvSpPr>
          <p:nvPr>
            <p:ph type="title" idx="9"/>
          </p:nvPr>
        </p:nvSpPr>
        <p:spPr>
          <a:xfrm>
            <a:off x="4149100" y="2699746"/>
            <a:ext cx="44484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Value in Global Economy</a:t>
            </a:r>
            <a:endParaRPr dirty="0"/>
          </a:p>
        </p:txBody>
      </p:sp>
      <p:sp>
        <p:nvSpPr>
          <p:cNvPr id="338" name="Google Shape;338;p39"/>
          <p:cNvSpPr txBox="1">
            <a:spLocks noGrp="1"/>
          </p:cNvSpPr>
          <p:nvPr>
            <p:ph type="title" idx="13"/>
          </p:nvPr>
        </p:nvSpPr>
        <p:spPr>
          <a:xfrm>
            <a:off x="3516400" y="2759747"/>
            <a:ext cx="6327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40" name="Google Shape;340;p39"/>
          <p:cNvSpPr txBox="1">
            <a:spLocks noGrp="1"/>
          </p:cNvSpPr>
          <p:nvPr>
            <p:ph type="title" idx="4"/>
          </p:nvPr>
        </p:nvSpPr>
        <p:spPr>
          <a:xfrm>
            <a:off x="3520675" y="1328640"/>
            <a:ext cx="6327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41" name="Google Shape;341;p39"/>
          <p:cNvSpPr txBox="1">
            <a:spLocks noGrp="1"/>
          </p:cNvSpPr>
          <p:nvPr>
            <p:ph type="title" idx="15"/>
          </p:nvPr>
        </p:nvSpPr>
        <p:spPr>
          <a:xfrm>
            <a:off x="539500" y="2046750"/>
            <a:ext cx="2672400" cy="13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</a:t>
            </a:r>
            <a:r>
              <a:rPr lang="en" dirty="0">
                <a:solidFill>
                  <a:schemeClr val="dk1"/>
                </a:solidFill>
              </a:rPr>
              <a:t>contents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342" name="Google Shape;342;p39"/>
          <p:cNvGrpSpPr/>
          <p:nvPr/>
        </p:nvGrpSpPr>
        <p:grpSpPr>
          <a:xfrm>
            <a:off x="3339970" y="535526"/>
            <a:ext cx="121844" cy="4077600"/>
            <a:chOff x="3339970" y="540250"/>
            <a:chExt cx="121844" cy="4077600"/>
          </a:xfrm>
        </p:grpSpPr>
        <p:cxnSp>
          <p:nvCxnSpPr>
            <p:cNvPr id="343" name="Google Shape;343;p39"/>
            <p:cNvCxnSpPr/>
            <p:nvPr/>
          </p:nvCxnSpPr>
          <p:spPr>
            <a:xfrm>
              <a:off x="3401661" y="540250"/>
              <a:ext cx="0" cy="40776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4" name="Google Shape;344;p39"/>
            <p:cNvSpPr/>
            <p:nvPr/>
          </p:nvSpPr>
          <p:spPr>
            <a:xfrm>
              <a:off x="3341514" y="773501"/>
              <a:ext cx="120300" cy="120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9"/>
            <p:cNvSpPr/>
            <p:nvPr/>
          </p:nvSpPr>
          <p:spPr>
            <a:xfrm>
              <a:off x="3339970" y="1484503"/>
              <a:ext cx="120300" cy="120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" name="Google Shape;346;p39"/>
            <p:cNvSpPr/>
            <p:nvPr/>
          </p:nvSpPr>
          <p:spPr>
            <a:xfrm>
              <a:off x="3339970" y="2195505"/>
              <a:ext cx="120300" cy="120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" name="Google Shape;347;p39"/>
            <p:cNvSpPr/>
            <p:nvPr/>
          </p:nvSpPr>
          <p:spPr>
            <a:xfrm>
              <a:off x="3339970" y="2912071"/>
              <a:ext cx="120300" cy="120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7" name="Google Shape;335;p39">
            <a:extLst>
              <a:ext uri="{FF2B5EF4-FFF2-40B4-BE49-F238E27FC236}">
                <a16:creationId xmlns:a16="http://schemas.microsoft.com/office/drawing/2014/main" id="{593ACDCE-DE56-4D78-AB5F-BC9B77173D69}"/>
              </a:ext>
            </a:extLst>
          </p:cNvPr>
          <p:cNvSpPr txBox="1">
            <a:spLocks/>
          </p:cNvSpPr>
          <p:nvPr/>
        </p:nvSpPr>
        <p:spPr>
          <a:xfrm>
            <a:off x="3516400" y="3481494"/>
            <a:ext cx="632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29" name="Google Shape;346;p39">
            <a:extLst>
              <a:ext uri="{FF2B5EF4-FFF2-40B4-BE49-F238E27FC236}">
                <a16:creationId xmlns:a16="http://schemas.microsoft.com/office/drawing/2014/main" id="{5BF21EAF-B4C7-4199-BAEE-6D51ABF64086}"/>
              </a:ext>
            </a:extLst>
          </p:cNvPr>
          <p:cNvSpPr/>
          <p:nvPr/>
        </p:nvSpPr>
        <p:spPr>
          <a:xfrm>
            <a:off x="3338731" y="3657417"/>
            <a:ext cx="120300" cy="12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334;p39">
            <a:extLst>
              <a:ext uri="{FF2B5EF4-FFF2-40B4-BE49-F238E27FC236}">
                <a16:creationId xmlns:a16="http://schemas.microsoft.com/office/drawing/2014/main" id="{E5906461-2260-44A5-829D-181659009916}"/>
              </a:ext>
            </a:extLst>
          </p:cNvPr>
          <p:cNvSpPr txBox="1">
            <a:spLocks/>
          </p:cNvSpPr>
          <p:nvPr/>
        </p:nvSpPr>
        <p:spPr>
          <a:xfrm>
            <a:off x="4149100" y="3431622"/>
            <a:ext cx="444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5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9pPr>
          </a:lstStyle>
          <a:p>
            <a:r>
              <a:rPr lang="en-US" dirty="0"/>
              <a:t>U</a:t>
            </a:r>
            <a:r>
              <a:rPr lang="en-IN" dirty="0"/>
              <a:t>-Turn Theory</a:t>
            </a:r>
          </a:p>
        </p:txBody>
      </p:sp>
      <p:sp>
        <p:nvSpPr>
          <p:cNvPr id="31" name="Google Shape;338;p39">
            <a:extLst>
              <a:ext uri="{FF2B5EF4-FFF2-40B4-BE49-F238E27FC236}">
                <a16:creationId xmlns:a16="http://schemas.microsoft.com/office/drawing/2014/main" id="{AAF08BFA-F0B3-4509-9BEA-CC2CB29563F4}"/>
              </a:ext>
            </a:extLst>
          </p:cNvPr>
          <p:cNvSpPr txBox="1">
            <a:spLocks/>
          </p:cNvSpPr>
          <p:nvPr/>
        </p:nvSpPr>
        <p:spPr>
          <a:xfrm>
            <a:off x="3523400" y="4145046"/>
            <a:ext cx="632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lice"/>
              <a:buNone/>
              <a:defRPr sz="30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33" name="Google Shape;347;p39">
            <a:extLst>
              <a:ext uri="{FF2B5EF4-FFF2-40B4-BE49-F238E27FC236}">
                <a16:creationId xmlns:a16="http://schemas.microsoft.com/office/drawing/2014/main" id="{DB40C361-410A-4320-BF40-E5D5500124AD}"/>
              </a:ext>
            </a:extLst>
          </p:cNvPr>
          <p:cNvSpPr/>
          <p:nvPr/>
        </p:nvSpPr>
        <p:spPr>
          <a:xfrm>
            <a:off x="3338731" y="4287187"/>
            <a:ext cx="120300" cy="12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" name="Google Shape;332;p39">
            <a:extLst>
              <a:ext uri="{FF2B5EF4-FFF2-40B4-BE49-F238E27FC236}">
                <a16:creationId xmlns:a16="http://schemas.microsoft.com/office/drawing/2014/main" id="{E931836E-2211-49C7-B7DF-65E822441886}"/>
              </a:ext>
            </a:extLst>
          </p:cNvPr>
          <p:cNvSpPr txBox="1">
            <a:spLocks/>
          </p:cNvSpPr>
          <p:nvPr/>
        </p:nvSpPr>
        <p:spPr>
          <a:xfrm>
            <a:off x="4149100" y="4079437"/>
            <a:ext cx="444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500" b="1" i="0" u="none" strike="noStrike" cap="none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ice"/>
              <a:buNone/>
              <a:defRPr sz="2400" b="1" i="0" u="none" strike="noStrike" cap="none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9pPr>
          </a:lstStyle>
          <a:p>
            <a:r>
              <a:rPr lang="en-US" dirty="0"/>
              <a:t>TKDL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2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" grpId="0"/>
      <p:bldP spid="330" grpId="0"/>
      <p:bldP spid="332" grpId="0"/>
      <p:bldP spid="334" grpId="0"/>
      <p:bldP spid="335" grpId="0"/>
      <p:bldP spid="337" grpId="0"/>
      <p:bldP spid="338" grpId="0"/>
      <p:bldP spid="340" grpId="0"/>
      <p:bldP spid="341" grpId="0"/>
      <p:bldP spid="27" grpId="0"/>
      <p:bldP spid="30" grpId="0"/>
      <p:bldP spid="31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41AF08-79F0-4B04-80E9-97D15586CB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412228" y="0"/>
            <a:ext cx="9331779" cy="5249125"/>
          </a:xfrm>
          <a:prstGeom prst="rect">
            <a:avLst/>
          </a:prstGeom>
        </p:spPr>
      </p:pic>
      <p:sp>
        <p:nvSpPr>
          <p:cNvPr id="372" name="Google Shape;372;p43"/>
          <p:cNvSpPr/>
          <p:nvPr/>
        </p:nvSpPr>
        <p:spPr>
          <a:xfrm>
            <a:off x="4052250" y="745277"/>
            <a:ext cx="1039500" cy="10395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43"/>
          <p:cNvGrpSpPr/>
          <p:nvPr/>
        </p:nvGrpSpPr>
        <p:grpSpPr>
          <a:xfrm>
            <a:off x="4275785" y="969731"/>
            <a:ext cx="592597" cy="590773"/>
            <a:chOff x="3513010" y="3816134"/>
            <a:chExt cx="362223" cy="361108"/>
          </a:xfrm>
        </p:grpSpPr>
        <p:sp>
          <p:nvSpPr>
            <p:cNvPr id="376" name="Google Shape;376;p43"/>
            <p:cNvSpPr/>
            <p:nvPr/>
          </p:nvSpPr>
          <p:spPr>
            <a:xfrm>
              <a:off x="3513010" y="3816134"/>
              <a:ext cx="362223" cy="361108"/>
            </a:xfrm>
            <a:custGeom>
              <a:avLst/>
              <a:gdLst/>
              <a:ahLst/>
              <a:cxnLst/>
              <a:rect l="l" t="t" r="r" b="b"/>
              <a:pathLst>
                <a:path w="11371" h="11336" extrusionOk="0">
                  <a:moveTo>
                    <a:pt x="1381" y="346"/>
                  </a:moveTo>
                  <a:cubicBezTo>
                    <a:pt x="1846" y="358"/>
                    <a:pt x="2262" y="715"/>
                    <a:pt x="2358" y="1191"/>
                  </a:cubicBezTo>
                  <a:lnTo>
                    <a:pt x="1881" y="1191"/>
                  </a:lnTo>
                  <a:cubicBezTo>
                    <a:pt x="1786" y="1191"/>
                    <a:pt x="1715" y="1263"/>
                    <a:pt x="1715" y="1358"/>
                  </a:cubicBezTo>
                  <a:cubicBezTo>
                    <a:pt x="1715" y="1727"/>
                    <a:pt x="1417" y="2025"/>
                    <a:pt x="1048" y="2025"/>
                  </a:cubicBezTo>
                  <a:cubicBezTo>
                    <a:pt x="667" y="2025"/>
                    <a:pt x="369" y="1727"/>
                    <a:pt x="369" y="1358"/>
                  </a:cubicBezTo>
                  <a:cubicBezTo>
                    <a:pt x="369" y="798"/>
                    <a:pt x="822" y="346"/>
                    <a:pt x="1381" y="346"/>
                  </a:cubicBezTo>
                  <a:close/>
                  <a:moveTo>
                    <a:pt x="2358" y="1537"/>
                  </a:moveTo>
                  <a:lnTo>
                    <a:pt x="2358" y="2037"/>
                  </a:lnTo>
                  <a:lnTo>
                    <a:pt x="1774" y="2037"/>
                  </a:lnTo>
                  <a:cubicBezTo>
                    <a:pt x="1893" y="1906"/>
                    <a:pt x="1977" y="1727"/>
                    <a:pt x="2012" y="1537"/>
                  </a:cubicBezTo>
                  <a:close/>
                  <a:moveTo>
                    <a:pt x="9109" y="4489"/>
                  </a:moveTo>
                  <a:lnTo>
                    <a:pt x="9109" y="4489"/>
                  </a:lnTo>
                  <a:cubicBezTo>
                    <a:pt x="8739" y="5049"/>
                    <a:pt x="8287" y="5585"/>
                    <a:pt x="7787" y="6085"/>
                  </a:cubicBezTo>
                  <a:cubicBezTo>
                    <a:pt x="7275" y="6597"/>
                    <a:pt x="6739" y="7037"/>
                    <a:pt x="6192" y="7406"/>
                  </a:cubicBezTo>
                  <a:cubicBezTo>
                    <a:pt x="6584" y="6859"/>
                    <a:pt x="7013" y="6323"/>
                    <a:pt x="7513" y="5823"/>
                  </a:cubicBezTo>
                  <a:cubicBezTo>
                    <a:pt x="8025" y="5311"/>
                    <a:pt x="8561" y="4870"/>
                    <a:pt x="9109" y="4489"/>
                  </a:cubicBezTo>
                  <a:close/>
                  <a:moveTo>
                    <a:pt x="4036" y="9359"/>
                  </a:moveTo>
                  <a:cubicBezTo>
                    <a:pt x="4346" y="9359"/>
                    <a:pt x="4620" y="9573"/>
                    <a:pt x="4691" y="9871"/>
                  </a:cubicBezTo>
                  <a:lnTo>
                    <a:pt x="3382" y="9871"/>
                  </a:lnTo>
                  <a:cubicBezTo>
                    <a:pt x="3453" y="9573"/>
                    <a:pt x="3727" y="9359"/>
                    <a:pt x="4036" y="9359"/>
                  </a:cubicBezTo>
                  <a:close/>
                  <a:moveTo>
                    <a:pt x="10359" y="9359"/>
                  </a:moveTo>
                  <a:cubicBezTo>
                    <a:pt x="10728" y="9359"/>
                    <a:pt x="11025" y="9657"/>
                    <a:pt x="11025" y="10026"/>
                  </a:cubicBezTo>
                  <a:cubicBezTo>
                    <a:pt x="11025" y="10597"/>
                    <a:pt x="10585" y="11038"/>
                    <a:pt x="10037" y="11038"/>
                  </a:cubicBezTo>
                  <a:lnTo>
                    <a:pt x="4584" y="11038"/>
                  </a:lnTo>
                  <a:cubicBezTo>
                    <a:pt x="4870" y="10788"/>
                    <a:pt x="5037" y="10431"/>
                    <a:pt x="5037" y="10026"/>
                  </a:cubicBezTo>
                  <a:cubicBezTo>
                    <a:pt x="5037" y="9776"/>
                    <a:pt x="4929" y="9538"/>
                    <a:pt x="4775" y="9359"/>
                  </a:cubicBezTo>
                  <a:close/>
                  <a:moveTo>
                    <a:pt x="1346" y="1"/>
                  </a:moveTo>
                  <a:cubicBezTo>
                    <a:pt x="596" y="1"/>
                    <a:pt x="0" y="596"/>
                    <a:pt x="0" y="1334"/>
                  </a:cubicBezTo>
                  <a:cubicBezTo>
                    <a:pt x="0" y="1906"/>
                    <a:pt x="465" y="2346"/>
                    <a:pt x="1012" y="2346"/>
                  </a:cubicBezTo>
                  <a:lnTo>
                    <a:pt x="2358" y="2346"/>
                  </a:lnTo>
                  <a:lnTo>
                    <a:pt x="2358" y="7514"/>
                  </a:lnTo>
                  <a:cubicBezTo>
                    <a:pt x="2358" y="7609"/>
                    <a:pt x="2429" y="7680"/>
                    <a:pt x="2512" y="7680"/>
                  </a:cubicBezTo>
                  <a:cubicBezTo>
                    <a:pt x="2608" y="7680"/>
                    <a:pt x="2679" y="7609"/>
                    <a:pt x="2679" y="7514"/>
                  </a:cubicBezTo>
                  <a:lnTo>
                    <a:pt x="2679" y="1334"/>
                  </a:lnTo>
                  <a:cubicBezTo>
                    <a:pt x="2679" y="929"/>
                    <a:pt x="2501" y="572"/>
                    <a:pt x="2239" y="322"/>
                  </a:cubicBezTo>
                  <a:lnTo>
                    <a:pt x="7680" y="322"/>
                  </a:lnTo>
                  <a:cubicBezTo>
                    <a:pt x="8227" y="322"/>
                    <a:pt x="8680" y="775"/>
                    <a:pt x="8680" y="1334"/>
                  </a:cubicBezTo>
                  <a:lnTo>
                    <a:pt x="8680" y="2870"/>
                  </a:lnTo>
                  <a:cubicBezTo>
                    <a:pt x="8192" y="3108"/>
                    <a:pt x="7739" y="3430"/>
                    <a:pt x="7358" y="3811"/>
                  </a:cubicBezTo>
                  <a:cubicBezTo>
                    <a:pt x="6549" y="4608"/>
                    <a:pt x="6537" y="5192"/>
                    <a:pt x="6525" y="6144"/>
                  </a:cubicBezTo>
                  <a:lnTo>
                    <a:pt x="6525" y="6394"/>
                  </a:lnTo>
                  <a:cubicBezTo>
                    <a:pt x="6132" y="6859"/>
                    <a:pt x="5811" y="7347"/>
                    <a:pt x="5513" y="7847"/>
                  </a:cubicBezTo>
                  <a:cubicBezTo>
                    <a:pt x="5465" y="7907"/>
                    <a:pt x="5477" y="7990"/>
                    <a:pt x="5537" y="8049"/>
                  </a:cubicBezTo>
                  <a:cubicBezTo>
                    <a:pt x="5572" y="8085"/>
                    <a:pt x="5608" y="8097"/>
                    <a:pt x="5656" y="8097"/>
                  </a:cubicBezTo>
                  <a:cubicBezTo>
                    <a:pt x="5691" y="8097"/>
                    <a:pt x="5715" y="8097"/>
                    <a:pt x="5751" y="8061"/>
                  </a:cubicBezTo>
                  <a:cubicBezTo>
                    <a:pt x="6251" y="7776"/>
                    <a:pt x="6727" y="7442"/>
                    <a:pt x="7192" y="7049"/>
                  </a:cubicBezTo>
                  <a:lnTo>
                    <a:pt x="7442" y="7049"/>
                  </a:lnTo>
                  <a:cubicBezTo>
                    <a:pt x="7930" y="7037"/>
                    <a:pt x="8323" y="7037"/>
                    <a:pt x="8692" y="6918"/>
                  </a:cubicBezTo>
                  <a:lnTo>
                    <a:pt x="8692" y="9002"/>
                  </a:lnTo>
                  <a:lnTo>
                    <a:pt x="4036" y="9002"/>
                  </a:lnTo>
                  <a:cubicBezTo>
                    <a:pt x="3465" y="9002"/>
                    <a:pt x="3024" y="9466"/>
                    <a:pt x="3024" y="10014"/>
                  </a:cubicBezTo>
                  <a:cubicBezTo>
                    <a:pt x="3024" y="10097"/>
                    <a:pt x="3096" y="10181"/>
                    <a:pt x="3191" y="10181"/>
                  </a:cubicBezTo>
                  <a:lnTo>
                    <a:pt x="4691" y="10181"/>
                  </a:lnTo>
                  <a:cubicBezTo>
                    <a:pt x="4620" y="10657"/>
                    <a:pt x="4203" y="11014"/>
                    <a:pt x="3691" y="11014"/>
                  </a:cubicBezTo>
                  <a:cubicBezTo>
                    <a:pt x="3144" y="11014"/>
                    <a:pt x="2679" y="10562"/>
                    <a:pt x="2679" y="10002"/>
                  </a:cubicBezTo>
                  <a:lnTo>
                    <a:pt x="2679" y="8168"/>
                  </a:lnTo>
                  <a:cubicBezTo>
                    <a:pt x="2679" y="8085"/>
                    <a:pt x="2608" y="8002"/>
                    <a:pt x="2512" y="8002"/>
                  </a:cubicBezTo>
                  <a:cubicBezTo>
                    <a:pt x="2429" y="8002"/>
                    <a:pt x="2358" y="8085"/>
                    <a:pt x="2358" y="8168"/>
                  </a:cubicBezTo>
                  <a:lnTo>
                    <a:pt x="2358" y="10002"/>
                  </a:lnTo>
                  <a:cubicBezTo>
                    <a:pt x="2358" y="10740"/>
                    <a:pt x="2953" y="11335"/>
                    <a:pt x="3691" y="11335"/>
                  </a:cubicBezTo>
                  <a:lnTo>
                    <a:pt x="10013" y="11335"/>
                  </a:lnTo>
                  <a:cubicBezTo>
                    <a:pt x="10764" y="11335"/>
                    <a:pt x="11359" y="10740"/>
                    <a:pt x="11359" y="10002"/>
                  </a:cubicBezTo>
                  <a:cubicBezTo>
                    <a:pt x="11371" y="9478"/>
                    <a:pt x="10930" y="9038"/>
                    <a:pt x="10359" y="9038"/>
                  </a:cubicBezTo>
                  <a:lnTo>
                    <a:pt x="9025" y="9038"/>
                  </a:lnTo>
                  <a:lnTo>
                    <a:pt x="9025" y="6811"/>
                  </a:lnTo>
                  <a:cubicBezTo>
                    <a:pt x="9263" y="6692"/>
                    <a:pt x="9513" y="6513"/>
                    <a:pt x="9775" y="6252"/>
                  </a:cubicBezTo>
                  <a:cubicBezTo>
                    <a:pt x="10013" y="6013"/>
                    <a:pt x="10228" y="5763"/>
                    <a:pt x="10406" y="5478"/>
                  </a:cubicBezTo>
                  <a:cubicBezTo>
                    <a:pt x="10430" y="5430"/>
                    <a:pt x="10430" y="5370"/>
                    <a:pt x="10418" y="5311"/>
                  </a:cubicBezTo>
                  <a:cubicBezTo>
                    <a:pt x="10394" y="5251"/>
                    <a:pt x="10347" y="5228"/>
                    <a:pt x="10299" y="5204"/>
                  </a:cubicBezTo>
                  <a:lnTo>
                    <a:pt x="9894" y="5132"/>
                  </a:lnTo>
                  <a:cubicBezTo>
                    <a:pt x="10728" y="4489"/>
                    <a:pt x="11264" y="3525"/>
                    <a:pt x="11323" y="2465"/>
                  </a:cubicBezTo>
                  <a:lnTo>
                    <a:pt x="11323" y="2453"/>
                  </a:lnTo>
                  <a:cubicBezTo>
                    <a:pt x="11323" y="2406"/>
                    <a:pt x="11311" y="2358"/>
                    <a:pt x="11287" y="2322"/>
                  </a:cubicBezTo>
                  <a:cubicBezTo>
                    <a:pt x="11252" y="2287"/>
                    <a:pt x="11204" y="2275"/>
                    <a:pt x="11145" y="2275"/>
                  </a:cubicBezTo>
                  <a:cubicBezTo>
                    <a:pt x="10764" y="2311"/>
                    <a:pt x="10394" y="2346"/>
                    <a:pt x="10037" y="2430"/>
                  </a:cubicBezTo>
                  <a:cubicBezTo>
                    <a:pt x="9942" y="2442"/>
                    <a:pt x="9882" y="2525"/>
                    <a:pt x="9894" y="2620"/>
                  </a:cubicBezTo>
                  <a:cubicBezTo>
                    <a:pt x="9916" y="2696"/>
                    <a:pt x="9988" y="2753"/>
                    <a:pt x="10073" y="2753"/>
                  </a:cubicBezTo>
                  <a:cubicBezTo>
                    <a:pt x="10080" y="2753"/>
                    <a:pt x="10089" y="2752"/>
                    <a:pt x="10097" y="2751"/>
                  </a:cubicBezTo>
                  <a:cubicBezTo>
                    <a:pt x="10371" y="2692"/>
                    <a:pt x="10656" y="2644"/>
                    <a:pt x="10966" y="2620"/>
                  </a:cubicBezTo>
                  <a:lnTo>
                    <a:pt x="10966" y="2620"/>
                  </a:lnTo>
                  <a:cubicBezTo>
                    <a:pt x="10847" y="3632"/>
                    <a:pt x="10275" y="4537"/>
                    <a:pt x="9382" y="5073"/>
                  </a:cubicBezTo>
                  <a:lnTo>
                    <a:pt x="9359" y="5085"/>
                  </a:lnTo>
                  <a:cubicBezTo>
                    <a:pt x="9299" y="5120"/>
                    <a:pt x="9275" y="5192"/>
                    <a:pt x="9287" y="5263"/>
                  </a:cubicBezTo>
                  <a:cubicBezTo>
                    <a:pt x="9299" y="5347"/>
                    <a:pt x="9359" y="5382"/>
                    <a:pt x="9418" y="5406"/>
                  </a:cubicBezTo>
                  <a:lnTo>
                    <a:pt x="9978" y="5490"/>
                  </a:lnTo>
                  <a:cubicBezTo>
                    <a:pt x="9835" y="5668"/>
                    <a:pt x="9692" y="5847"/>
                    <a:pt x="9525" y="6002"/>
                  </a:cubicBezTo>
                  <a:cubicBezTo>
                    <a:pt x="8870" y="6656"/>
                    <a:pt x="8406" y="6716"/>
                    <a:pt x="7573" y="6728"/>
                  </a:cubicBezTo>
                  <a:cubicBezTo>
                    <a:pt x="7727" y="6597"/>
                    <a:pt x="7870" y="6454"/>
                    <a:pt x="8013" y="6311"/>
                  </a:cubicBezTo>
                  <a:cubicBezTo>
                    <a:pt x="8728" y="5597"/>
                    <a:pt x="9299" y="4835"/>
                    <a:pt x="9775" y="4037"/>
                  </a:cubicBezTo>
                  <a:cubicBezTo>
                    <a:pt x="9823" y="3977"/>
                    <a:pt x="9811" y="3882"/>
                    <a:pt x="9751" y="3823"/>
                  </a:cubicBezTo>
                  <a:cubicBezTo>
                    <a:pt x="9718" y="3789"/>
                    <a:pt x="9681" y="3774"/>
                    <a:pt x="9639" y="3774"/>
                  </a:cubicBezTo>
                  <a:cubicBezTo>
                    <a:pt x="9608" y="3774"/>
                    <a:pt x="9574" y="3783"/>
                    <a:pt x="9537" y="3799"/>
                  </a:cubicBezTo>
                  <a:cubicBezTo>
                    <a:pt x="8739" y="4251"/>
                    <a:pt x="7966" y="4847"/>
                    <a:pt x="7263" y="5561"/>
                  </a:cubicBezTo>
                  <a:cubicBezTo>
                    <a:pt x="7120" y="5716"/>
                    <a:pt x="6977" y="5847"/>
                    <a:pt x="6846" y="6002"/>
                  </a:cubicBezTo>
                  <a:cubicBezTo>
                    <a:pt x="6882" y="5168"/>
                    <a:pt x="6918" y="4704"/>
                    <a:pt x="7573" y="4049"/>
                  </a:cubicBezTo>
                  <a:cubicBezTo>
                    <a:pt x="8085" y="3537"/>
                    <a:pt x="8728" y="3156"/>
                    <a:pt x="9454" y="2906"/>
                  </a:cubicBezTo>
                  <a:cubicBezTo>
                    <a:pt x="9537" y="2870"/>
                    <a:pt x="9585" y="2787"/>
                    <a:pt x="9561" y="2692"/>
                  </a:cubicBezTo>
                  <a:cubicBezTo>
                    <a:pt x="9531" y="2623"/>
                    <a:pt x="9470" y="2578"/>
                    <a:pt x="9395" y="2578"/>
                  </a:cubicBezTo>
                  <a:cubicBezTo>
                    <a:pt x="9379" y="2578"/>
                    <a:pt x="9363" y="2580"/>
                    <a:pt x="9347" y="2584"/>
                  </a:cubicBezTo>
                  <a:cubicBezTo>
                    <a:pt x="9228" y="2632"/>
                    <a:pt x="9109" y="2680"/>
                    <a:pt x="9001" y="2715"/>
                  </a:cubicBezTo>
                  <a:lnTo>
                    <a:pt x="9001" y="1334"/>
                  </a:lnTo>
                  <a:cubicBezTo>
                    <a:pt x="9001" y="596"/>
                    <a:pt x="8406" y="1"/>
                    <a:pt x="7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77" name="Google Shape;377;p43"/>
            <p:cNvSpPr/>
            <p:nvPr/>
          </p:nvSpPr>
          <p:spPr>
            <a:xfrm>
              <a:off x="3618450" y="3879112"/>
              <a:ext cx="157045" cy="24688"/>
            </a:xfrm>
            <a:custGeom>
              <a:avLst/>
              <a:gdLst/>
              <a:ahLst/>
              <a:cxnLst/>
              <a:rect l="l" t="t" r="r" b="b"/>
              <a:pathLst>
                <a:path w="4930" h="775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55" y="334"/>
                  </a:cubicBezTo>
                  <a:cubicBezTo>
                    <a:pt x="322" y="334"/>
                    <a:pt x="381" y="405"/>
                    <a:pt x="500" y="512"/>
                  </a:cubicBezTo>
                  <a:cubicBezTo>
                    <a:pt x="619" y="631"/>
                    <a:pt x="786" y="774"/>
                    <a:pt x="1084" y="774"/>
                  </a:cubicBezTo>
                  <a:cubicBezTo>
                    <a:pt x="1381" y="774"/>
                    <a:pt x="1524" y="631"/>
                    <a:pt x="1667" y="512"/>
                  </a:cubicBezTo>
                  <a:cubicBezTo>
                    <a:pt x="1762" y="405"/>
                    <a:pt x="1846" y="334"/>
                    <a:pt x="2000" y="334"/>
                  </a:cubicBezTo>
                  <a:cubicBezTo>
                    <a:pt x="2167" y="334"/>
                    <a:pt x="2227" y="405"/>
                    <a:pt x="2346" y="512"/>
                  </a:cubicBezTo>
                  <a:cubicBezTo>
                    <a:pt x="2465" y="631"/>
                    <a:pt x="2631" y="774"/>
                    <a:pt x="2929" y="774"/>
                  </a:cubicBezTo>
                  <a:cubicBezTo>
                    <a:pt x="3227" y="774"/>
                    <a:pt x="3370" y="631"/>
                    <a:pt x="3501" y="512"/>
                  </a:cubicBezTo>
                  <a:cubicBezTo>
                    <a:pt x="3608" y="405"/>
                    <a:pt x="3679" y="334"/>
                    <a:pt x="3846" y="334"/>
                  </a:cubicBezTo>
                  <a:cubicBezTo>
                    <a:pt x="4013" y="334"/>
                    <a:pt x="4072" y="405"/>
                    <a:pt x="4191" y="512"/>
                  </a:cubicBezTo>
                  <a:cubicBezTo>
                    <a:pt x="4310" y="631"/>
                    <a:pt x="4477" y="774"/>
                    <a:pt x="4775" y="774"/>
                  </a:cubicBezTo>
                  <a:cubicBezTo>
                    <a:pt x="4858" y="774"/>
                    <a:pt x="4929" y="703"/>
                    <a:pt x="4929" y="607"/>
                  </a:cubicBezTo>
                  <a:cubicBezTo>
                    <a:pt x="4929" y="524"/>
                    <a:pt x="4858" y="453"/>
                    <a:pt x="4775" y="453"/>
                  </a:cubicBezTo>
                  <a:cubicBezTo>
                    <a:pt x="4608" y="453"/>
                    <a:pt x="4548" y="369"/>
                    <a:pt x="4429" y="274"/>
                  </a:cubicBezTo>
                  <a:cubicBezTo>
                    <a:pt x="4310" y="155"/>
                    <a:pt x="4144" y="0"/>
                    <a:pt x="3846" y="0"/>
                  </a:cubicBezTo>
                  <a:cubicBezTo>
                    <a:pt x="3548" y="0"/>
                    <a:pt x="3405" y="155"/>
                    <a:pt x="3263" y="274"/>
                  </a:cubicBezTo>
                  <a:cubicBezTo>
                    <a:pt x="3167" y="369"/>
                    <a:pt x="3084" y="453"/>
                    <a:pt x="2929" y="453"/>
                  </a:cubicBezTo>
                  <a:cubicBezTo>
                    <a:pt x="2762" y="453"/>
                    <a:pt x="2703" y="369"/>
                    <a:pt x="2584" y="274"/>
                  </a:cubicBezTo>
                  <a:cubicBezTo>
                    <a:pt x="2465" y="155"/>
                    <a:pt x="2298" y="0"/>
                    <a:pt x="2000" y="0"/>
                  </a:cubicBezTo>
                  <a:cubicBezTo>
                    <a:pt x="1703" y="0"/>
                    <a:pt x="1560" y="155"/>
                    <a:pt x="1417" y="274"/>
                  </a:cubicBezTo>
                  <a:cubicBezTo>
                    <a:pt x="1322" y="369"/>
                    <a:pt x="1238" y="453"/>
                    <a:pt x="1084" y="453"/>
                  </a:cubicBezTo>
                  <a:cubicBezTo>
                    <a:pt x="917" y="453"/>
                    <a:pt x="857" y="369"/>
                    <a:pt x="738" y="274"/>
                  </a:cubicBezTo>
                  <a:cubicBezTo>
                    <a:pt x="619" y="155"/>
                    <a:pt x="453" y="0"/>
                    <a:pt x="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78" name="Google Shape;378;p43"/>
            <p:cNvSpPr/>
            <p:nvPr/>
          </p:nvSpPr>
          <p:spPr>
            <a:xfrm>
              <a:off x="3618450" y="3921192"/>
              <a:ext cx="127834" cy="24688"/>
            </a:xfrm>
            <a:custGeom>
              <a:avLst/>
              <a:gdLst/>
              <a:ahLst/>
              <a:cxnLst/>
              <a:rect l="l" t="t" r="r" b="b"/>
              <a:pathLst>
                <a:path w="4013" h="775" extrusionOk="0">
                  <a:moveTo>
                    <a:pt x="155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55" y="334"/>
                  </a:cubicBezTo>
                  <a:cubicBezTo>
                    <a:pt x="322" y="334"/>
                    <a:pt x="381" y="406"/>
                    <a:pt x="500" y="513"/>
                  </a:cubicBezTo>
                  <a:cubicBezTo>
                    <a:pt x="619" y="632"/>
                    <a:pt x="786" y="775"/>
                    <a:pt x="1084" y="775"/>
                  </a:cubicBezTo>
                  <a:cubicBezTo>
                    <a:pt x="1381" y="775"/>
                    <a:pt x="1524" y="632"/>
                    <a:pt x="1667" y="513"/>
                  </a:cubicBezTo>
                  <a:cubicBezTo>
                    <a:pt x="1762" y="406"/>
                    <a:pt x="1846" y="334"/>
                    <a:pt x="2000" y="334"/>
                  </a:cubicBezTo>
                  <a:cubicBezTo>
                    <a:pt x="2167" y="334"/>
                    <a:pt x="2227" y="406"/>
                    <a:pt x="2346" y="513"/>
                  </a:cubicBezTo>
                  <a:cubicBezTo>
                    <a:pt x="2465" y="632"/>
                    <a:pt x="2631" y="775"/>
                    <a:pt x="2929" y="775"/>
                  </a:cubicBezTo>
                  <a:cubicBezTo>
                    <a:pt x="3227" y="775"/>
                    <a:pt x="3370" y="632"/>
                    <a:pt x="3501" y="513"/>
                  </a:cubicBezTo>
                  <a:cubicBezTo>
                    <a:pt x="3608" y="406"/>
                    <a:pt x="3679" y="334"/>
                    <a:pt x="3846" y="334"/>
                  </a:cubicBezTo>
                  <a:cubicBezTo>
                    <a:pt x="3941" y="334"/>
                    <a:pt x="4013" y="263"/>
                    <a:pt x="4013" y="167"/>
                  </a:cubicBezTo>
                  <a:cubicBezTo>
                    <a:pt x="4013" y="84"/>
                    <a:pt x="3941" y="1"/>
                    <a:pt x="3846" y="1"/>
                  </a:cubicBezTo>
                  <a:cubicBezTo>
                    <a:pt x="3548" y="1"/>
                    <a:pt x="3405" y="156"/>
                    <a:pt x="3263" y="275"/>
                  </a:cubicBezTo>
                  <a:cubicBezTo>
                    <a:pt x="3167" y="382"/>
                    <a:pt x="3084" y="453"/>
                    <a:pt x="2929" y="453"/>
                  </a:cubicBezTo>
                  <a:cubicBezTo>
                    <a:pt x="2762" y="453"/>
                    <a:pt x="2703" y="382"/>
                    <a:pt x="2584" y="275"/>
                  </a:cubicBezTo>
                  <a:cubicBezTo>
                    <a:pt x="2465" y="156"/>
                    <a:pt x="2298" y="1"/>
                    <a:pt x="2000" y="1"/>
                  </a:cubicBezTo>
                  <a:cubicBezTo>
                    <a:pt x="1703" y="1"/>
                    <a:pt x="1560" y="156"/>
                    <a:pt x="1417" y="275"/>
                  </a:cubicBezTo>
                  <a:cubicBezTo>
                    <a:pt x="1322" y="382"/>
                    <a:pt x="1238" y="453"/>
                    <a:pt x="1084" y="453"/>
                  </a:cubicBezTo>
                  <a:cubicBezTo>
                    <a:pt x="917" y="453"/>
                    <a:pt x="857" y="382"/>
                    <a:pt x="738" y="275"/>
                  </a:cubicBezTo>
                  <a:cubicBezTo>
                    <a:pt x="619" y="156"/>
                    <a:pt x="453" y="1"/>
                    <a:pt x="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79" name="Google Shape;379;p43"/>
            <p:cNvSpPr/>
            <p:nvPr/>
          </p:nvSpPr>
          <p:spPr>
            <a:xfrm>
              <a:off x="3617304" y="3962922"/>
              <a:ext cx="98655" cy="24688"/>
            </a:xfrm>
            <a:custGeom>
              <a:avLst/>
              <a:gdLst/>
              <a:ahLst/>
              <a:cxnLst/>
              <a:rect l="l" t="t" r="r" b="b"/>
              <a:pathLst>
                <a:path w="3097" h="775" extrusionOk="0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cubicBezTo>
                    <a:pt x="334" y="334"/>
                    <a:pt x="393" y="405"/>
                    <a:pt x="512" y="512"/>
                  </a:cubicBezTo>
                  <a:cubicBezTo>
                    <a:pt x="632" y="632"/>
                    <a:pt x="786" y="774"/>
                    <a:pt x="1084" y="774"/>
                  </a:cubicBezTo>
                  <a:cubicBezTo>
                    <a:pt x="1382" y="774"/>
                    <a:pt x="1536" y="632"/>
                    <a:pt x="1667" y="512"/>
                  </a:cubicBezTo>
                  <a:cubicBezTo>
                    <a:pt x="1775" y="405"/>
                    <a:pt x="1846" y="334"/>
                    <a:pt x="2013" y="334"/>
                  </a:cubicBezTo>
                  <a:cubicBezTo>
                    <a:pt x="2179" y="334"/>
                    <a:pt x="2239" y="405"/>
                    <a:pt x="2358" y="512"/>
                  </a:cubicBezTo>
                  <a:cubicBezTo>
                    <a:pt x="2477" y="632"/>
                    <a:pt x="2632" y="774"/>
                    <a:pt x="2929" y="774"/>
                  </a:cubicBezTo>
                  <a:cubicBezTo>
                    <a:pt x="3025" y="774"/>
                    <a:pt x="3096" y="703"/>
                    <a:pt x="3096" y="620"/>
                  </a:cubicBezTo>
                  <a:cubicBezTo>
                    <a:pt x="3096" y="524"/>
                    <a:pt x="3025" y="453"/>
                    <a:pt x="2929" y="453"/>
                  </a:cubicBezTo>
                  <a:cubicBezTo>
                    <a:pt x="2775" y="441"/>
                    <a:pt x="2691" y="381"/>
                    <a:pt x="2596" y="274"/>
                  </a:cubicBezTo>
                  <a:cubicBezTo>
                    <a:pt x="2477" y="155"/>
                    <a:pt x="2310" y="0"/>
                    <a:pt x="2013" y="0"/>
                  </a:cubicBezTo>
                  <a:cubicBezTo>
                    <a:pt x="1715" y="0"/>
                    <a:pt x="1560" y="155"/>
                    <a:pt x="1429" y="274"/>
                  </a:cubicBezTo>
                  <a:cubicBezTo>
                    <a:pt x="1322" y="381"/>
                    <a:pt x="1251" y="453"/>
                    <a:pt x="1084" y="453"/>
                  </a:cubicBezTo>
                  <a:cubicBezTo>
                    <a:pt x="929" y="453"/>
                    <a:pt x="870" y="381"/>
                    <a:pt x="751" y="274"/>
                  </a:cubicBezTo>
                  <a:cubicBezTo>
                    <a:pt x="632" y="155"/>
                    <a:pt x="465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12" name="Google Shape;151;p29">
            <a:extLst>
              <a:ext uri="{FF2B5EF4-FFF2-40B4-BE49-F238E27FC236}">
                <a16:creationId xmlns:a16="http://schemas.microsoft.com/office/drawing/2014/main" id="{E0E5624E-06C3-416A-A6E0-E327DB7B7491}"/>
              </a:ext>
            </a:extLst>
          </p:cNvPr>
          <p:cNvSpPr/>
          <p:nvPr/>
        </p:nvSpPr>
        <p:spPr>
          <a:xfrm>
            <a:off x="1599508" y="1881500"/>
            <a:ext cx="6084402" cy="2120394"/>
          </a:xfrm>
          <a:custGeom>
            <a:avLst/>
            <a:gdLst/>
            <a:ahLst/>
            <a:cxnLst/>
            <a:rect l="l" t="t" r="r" b="b"/>
            <a:pathLst>
              <a:path w="73160" h="39265" extrusionOk="0">
                <a:moveTo>
                  <a:pt x="222" y="202"/>
                </a:moveTo>
                <a:lnTo>
                  <a:pt x="59978" y="255"/>
                </a:lnTo>
                <a:lnTo>
                  <a:pt x="72903" y="263"/>
                </a:lnTo>
                <a:lnTo>
                  <a:pt x="72891" y="18211"/>
                </a:lnTo>
                <a:cubicBezTo>
                  <a:pt x="72887" y="24596"/>
                  <a:pt x="72866" y="30853"/>
                  <a:pt x="72940" y="36585"/>
                </a:cubicBezTo>
                <a:cubicBezTo>
                  <a:pt x="72957" y="38029"/>
                  <a:pt x="72986" y="38812"/>
                  <a:pt x="73017" y="39040"/>
                </a:cubicBezTo>
                <a:lnTo>
                  <a:pt x="73017" y="39040"/>
                </a:lnTo>
                <a:cubicBezTo>
                  <a:pt x="72960" y="39035"/>
                  <a:pt x="72763" y="39031"/>
                  <a:pt x="72501" y="39031"/>
                </a:cubicBezTo>
                <a:lnTo>
                  <a:pt x="36314" y="39056"/>
                </a:lnTo>
                <a:lnTo>
                  <a:pt x="206" y="39056"/>
                </a:lnTo>
                <a:cubicBezTo>
                  <a:pt x="210" y="26184"/>
                  <a:pt x="218" y="13283"/>
                  <a:pt x="222" y="358"/>
                </a:cubicBezTo>
                <a:lnTo>
                  <a:pt x="222" y="202"/>
                </a:lnTo>
                <a:close/>
                <a:moveTo>
                  <a:pt x="17" y="1"/>
                </a:moveTo>
                <a:lnTo>
                  <a:pt x="17" y="9258"/>
                </a:lnTo>
                <a:cubicBezTo>
                  <a:pt x="13" y="18954"/>
                  <a:pt x="9" y="29048"/>
                  <a:pt x="0" y="39261"/>
                </a:cubicBezTo>
                <a:lnTo>
                  <a:pt x="18871" y="39265"/>
                </a:lnTo>
                <a:lnTo>
                  <a:pt x="37471" y="39240"/>
                </a:lnTo>
                <a:cubicBezTo>
                  <a:pt x="49744" y="39216"/>
                  <a:pt x="61681" y="39158"/>
                  <a:pt x="72768" y="39051"/>
                </a:cubicBezTo>
                <a:cubicBezTo>
                  <a:pt x="72906" y="39050"/>
                  <a:pt x="72986" y="39048"/>
                  <a:pt x="73017" y="39046"/>
                </a:cubicBezTo>
                <a:lnTo>
                  <a:pt x="73017" y="39046"/>
                </a:lnTo>
                <a:cubicBezTo>
                  <a:pt x="73024" y="39090"/>
                  <a:pt x="73030" y="39112"/>
                  <a:pt x="73036" y="39112"/>
                </a:cubicBezTo>
                <a:cubicBezTo>
                  <a:pt x="73097" y="39112"/>
                  <a:pt x="73160" y="37131"/>
                  <a:pt x="73157" y="33926"/>
                </a:cubicBezTo>
                <a:cubicBezTo>
                  <a:pt x="73157" y="22626"/>
                  <a:pt x="73157" y="11321"/>
                  <a:pt x="73153" y="9"/>
                </a:cubicBezTo>
                <a:lnTo>
                  <a:pt x="17" y="1"/>
                </a:lnTo>
                <a:close/>
              </a:path>
            </a:pathLst>
          </a:custGeom>
          <a:solidFill>
            <a:srgbClr val="5D3D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150;p29">
            <a:extLst>
              <a:ext uri="{FF2B5EF4-FFF2-40B4-BE49-F238E27FC236}">
                <a16:creationId xmlns:a16="http://schemas.microsoft.com/office/drawing/2014/main" id="{EA38756E-379C-4FF2-B59D-B4FE786E84BB}"/>
              </a:ext>
            </a:extLst>
          </p:cNvPr>
          <p:cNvSpPr/>
          <p:nvPr/>
        </p:nvSpPr>
        <p:spPr>
          <a:xfrm>
            <a:off x="1684454" y="1945490"/>
            <a:ext cx="5936226" cy="1977624"/>
          </a:xfrm>
          <a:custGeom>
            <a:avLst/>
            <a:gdLst/>
            <a:ahLst/>
            <a:cxnLst/>
            <a:rect l="l" t="t" r="r" b="b"/>
            <a:pathLst>
              <a:path w="69927" h="36086" extrusionOk="0">
                <a:moveTo>
                  <a:pt x="222" y="206"/>
                </a:moveTo>
                <a:lnTo>
                  <a:pt x="56543" y="255"/>
                </a:lnTo>
                <a:lnTo>
                  <a:pt x="69665" y="268"/>
                </a:lnTo>
                <a:cubicBezTo>
                  <a:pt x="69661" y="5585"/>
                  <a:pt x="69657" y="10907"/>
                  <a:pt x="69653" y="16229"/>
                </a:cubicBezTo>
                <a:cubicBezTo>
                  <a:pt x="69649" y="22249"/>
                  <a:pt x="69632" y="28145"/>
                  <a:pt x="69706" y="33553"/>
                </a:cubicBezTo>
                <a:cubicBezTo>
                  <a:pt x="69724" y="34904"/>
                  <a:pt x="69753" y="35641"/>
                  <a:pt x="69784" y="35863"/>
                </a:cubicBezTo>
                <a:lnTo>
                  <a:pt x="69784" y="35863"/>
                </a:lnTo>
                <a:cubicBezTo>
                  <a:pt x="69729" y="35857"/>
                  <a:pt x="69545" y="35851"/>
                  <a:pt x="69300" y="35851"/>
                </a:cubicBezTo>
                <a:lnTo>
                  <a:pt x="34714" y="35880"/>
                </a:lnTo>
                <a:lnTo>
                  <a:pt x="201" y="35880"/>
                </a:lnTo>
                <a:cubicBezTo>
                  <a:pt x="209" y="24058"/>
                  <a:pt x="213" y="12216"/>
                  <a:pt x="222" y="346"/>
                </a:cubicBezTo>
                <a:lnTo>
                  <a:pt x="222" y="206"/>
                </a:lnTo>
                <a:close/>
                <a:moveTo>
                  <a:pt x="17" y="1"/>
                </a:moveTo>
                <a:lnTo>
                  <a:pt x="17" y="8737"/>
                </a:lnTo>
                <a:cubicBezTo>
                  <a:pt x="12" y="17579"/>
                  <a:pt x="4" y="26775"/>
                  <a:pt x="0" y="36081"/>
                </a:cubicBezTo>
                <a:lnTo>
                  <a:pt x="18030" y="36085"/>
                </a:lnTo>
                <a:lnTo>
                  <a:pt x="35809" y="36065"/>
                </a:lnTo>
                <a:cubicBezTo>
                  <a:pt x="47540" y="36036"/>
                  <a:pt x="58960" y="35983"/>
                  <a:pt x="69550" y="35876"/>
                </a:cubicBezTo>
                <a:cubicBezTo>
                  <a:pt x="69680" y="35875"/>
                  <a:pt x="69755" y="35872"/>
                  <a:pt x="69785" y="35869"/>
                </a:cubicBezTo>
                <a:lnTo>
                  <a:pt x="69785" y="35869"/>
                </a:lnTo>
                <a:cubicBezTo>
                  <a:pt x="69792" y="35913"/>
                  <a:pt x="69798" y="35935"/>
                  <a:pt x="69805" y="35935"/>
                </a:cubicBezTo>
                <a:cubicBezTo>
                  <a:pt x="69865" y="35935"/>
                  <a:pt x="69926" y="34067"/>
                  <a:pt x="69924" y="31046"/>
                </a:cubicBezTo>
                <a:cubicBezTo>
                  <a:pt x="69924" y="20706"/>
                  <a:pt x="69924" y="10362"/>
                  <a:pt x="69920" y="13"/>
                </a:cubicBezTo>
                <a:lnTo>
                  <a:pt x="17" y="1"/>
                </a:lnTo>
                <a:close/>
              </a:path>
            </a:pathLst>
          </a:custGeom>
          <a:solidFill>
            <a:srgbClr val="5D3D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036DFD-EDAC-43B9-9A4B-8174B0E18117}"/>
              </a:ext>
            </a:extLst>
          </p:cNvPr>
          <p:cNvSpPr txBox="1"/>
          <p:nvPr/>
        </p:nvSpPr>
        <p:spPr>
          <a:xfrm>
            <a:off x="1890169" y="2144110"/>
            <a:ext cx="54670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lice" panose="020B0604020202020204" charset="0"/>
                <a:ea typeface="Alice" panose="020B0604020202020204" charset="0"/>
              </a:rPr>
              <a:t>“You can predict the future of any country merely by looking at the roots of its traditional knowledge.”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>
            <a:spLocks noGrp="1"/>
          </p:cNvSpPr>
          <p:nvPr>
            <p:ph type="title"/>
          </p:nvPr>
        </p:nvSpPr>
        <p:spPr>
          <a:xfrm>
            <a:off x="539500" y="2234700"/>
            <a:ext cx="4737000" cy="10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Traditional Knowledge</a:t>
            </a:r>
            <a:endParaRPr dirty="0"/>
          </a:p>
        </p:txBody>
      </p:sp>
      <p:sp>
        <p:nvSpPr>
          <p:cNvPr id="353" name="Google Shape;353;p40"/>
          <p:cNvSpPr txBox="1">
            <a:spLocks noGrp="1"/>
          </p:cNvSpPr>
          <p:nvPr>
            <p:ph type="title" idx="2"/>
          </p:nvPr>
        </p:nvSpPr>
        <p:spPr>
          <a:xfrm>
            <a:off x="181136" y="481650"/>
            <a:ext cx="1579800" cy="12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C000"/>
                </a:solidFill>
              </a:rPr>
              <a:t>01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54" name="Google Shape;354;p40"/>
          <p:cNvSpPr txBox="1">
            <a:spLocks noGrp="1"/>
          </p:cNvSpPr>
          <p:nvPr>
            <p:ph type="subTitle" idx="1"/>
          </p:nvPr>
        </p:nvSpPr>
        <p:spPr>
          <a:xfrm>
            <a:off x="614451" y="3793650"/>
            <a:ext cx="40194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traditional knowledge?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408EB-CEF0-44D6-A902-6769300BD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677" y="363606"/>
            <a:ext cx="3742187" cy="3742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" grpId="0"/>
      <p:bldP spid="353" grpId="0"/>
      <p:bldP spid="35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2"/>
          <p:cNvSpPr txBox="1">
            <a:spLocks noGrp="1"/>
          </p:cNvSpPr>
          <p:nvPr>
            <p:ph type="title"/>
          </p:nvPr>
        </p:nvSpPr>
        <p:spPr>
          <a:xfrm>
            <a:off x="539500" y="1366199"/>
            <a:ext cx="3999000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Overview</a:t>
            </a:r>
            <a:endParaRPr dirty="0"/>
          </a:p>
        </p:txBody>
      </p:sp>
      <p:sp>
        <p:nvSpPr>
          <p:cNvPr id="366" name="Google Shape;366;p42"/>
          <p:cNvSpPr txBox="1">
            <a:spLocks noGrp="1"/>
          </p:cNvSpPr>
          <p:nvPr>
            <p:ph type="subTitle" idx="1"/>
          </p:nvPr>
        </p:nvSpPr>
        <p:spPr>
          <a:xfrm>
            <a:off x="539500" y="2186199"/>
            <a:ext cx="3999000" cy="16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Traditional Knowledge (TK) can be said to be the skills, ideas and knowledge that is passed within any community, generation after generation, causing to form spiritual and cultural identity.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12529"/>
                </a:solidFill>
                <a:latin typeface="Open Sans" panose="020B0606030504020204" pitchFamily="34" charset="0"/>
              </a:rPr>
              <a:t>For instance, agricultural and medical knowledge</a:t>
            </a:r>
            <a:endParaRPr dirty="0"/>
          </a:p>
        </p:txBody>
      </p:sp>
      <p:pic>
        <p:nvPicPr>
          <p:cNvPr id="5" name="Picture 4" descr="A person holding a book&#10;&#10;Description automatically generated with low confidence">
            <a:extLst>
              <a:ext uri="{FF2B5EF4-FFF2-40B4-BE49-F238E27FC236}">
                <a16:creationId xmlns:a16="http://schemas.microsoft.com/office/drawing/2014/main" id="{EB404300-2E94-4009-988B-6393E01AE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678" y="537595"/>
            <a:ext cx="3145325" cy="40683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/>
      <p:bldP spid="36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5"/>
          <p:cNvSpPr txBox="1">
            <a:spLocks noGrp="1"/>
          </p:cNvSpPr>
          <p:nvPr>
            <p:ph type="title"/>
          </p:nvPr>
        </p:nvSpPr>
        <p:spPr>
          <a:xfrm>
            <a:off x="-94590" y="157650"/>
            <a:ext cx="5235369" cy="10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Universities</a:t>
            </a:r>
            <a:endParaRPr dirty="0"/>
          </a:p>
        </p:txBody>
      </p:sp>
      <p:sp>
        <p:nvSpPr>
          <p:cNvPr id="574" name="Google Shape;574;p55"/>
          <p:cNvSpPr txBox="1">
            <a:spLocks noGrp="1"/>
          </p:cNvSpPr>
          <p:nvPr>
            <p:ph type="subTitle" idx="1"/>
          </p:nvPr>
        </p:nvSpPr>
        <p:spPr>
          <a:xfrm>
            <a:off x="625090" y="3587661"/>
            <a:ext cx="6542455" cy="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T</a:t>
            </a:r>
            <a:r>
              <a:rPr lang="en" sz="2400" dirty="0"/>
              <a:t>aught 50+ courses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L</a:t>
            </a:r>
            <a:r>
              <a:rPr lang="en" sz="2400" dirty="0"/>
              <a:t>argest library (</a:t>
            </a:r>
            <a:r>
              <a:rPr lang="en" sz="2300" dirty="0"/>
              <a:t>over 9 million books</a:t>
            </a:r>
            <a:r>
              <a:rPr lang="en" sz="2400" dirty="0"/>
              <a:t>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Great students like C</a:t>
            </a:r>
            <a:r>
              <a:rPr lang="en" sz="2400" dirty="0"/>
              <a:t>hanakya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BDD9DC-0553-4C39-B4D1-42256AE052EC}"/>
              </a:ext>
            </a:extLst>
          </p:cNvPr>
          <p:cNvGrpSpPr/>
          <p:nvPr/>
        </p:nvGrpSpPr>
        <p:grpSpPr>
          <a:xfrm>
            <a:off x="2385848" y="430923"/>
            <a:ext cx="6589986" cy="3699641"/>
            <a:chOff x="705875" y="781289"/>
            <a:chExt cx="6958228" cy="3656211"/>
          </a:xfrm>
        </p:grpSpPr>
        <p:pic>
          <p:nvPicPr>
            <p:cNvPr id="7" name="Picture 6" descr="A person and person dancing&#10;&#10;Description automatically generated with medium confidence">
              <a:extLst>
                <a:ext uri="{FF2B5EF4-FFF2-40B4-BE49-F238E27FC236}">
                  <a16:creationId xmlns:a16="http://schemas.microsoft.com/office/drawing/2014/main" id="{6DD5D26C-0F2E-47EE-BD9C-0D6ECEBEC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34009" y="1891418"/>
              <a:ext cx="2130094" cy="2546082"/>
            </a:xfrm>
            <a:prstGeom prst="rect">
              <a:avLst/>
            </a:prstGeom>
          </p:spPr>
        </p:pic>
        <p:pic>
          <p:nvPicPr>
            <p:cNvPr id="5" name="Picture 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A972BD2-A01D-4FAA-833D-8A407B7D0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50346" y="781289"/>
              <a:ext cx="2278953" cy="1926268"/>
            </a:xfrm>
            <a:prstGeom prst="rect">
              <a:avLst/>
            </a:prstGeom>
          </p:spPr>
        </p:pic>
        <p:pic>
          <p:nvPicPr>
            <p:cNvPr id="3" name="Picture 2" descr="A picture containing grass, old, farm machine&#10;&#10;Description automatically generated">
              <a:extLst>
                <a:ext uri="{FF2B5EF4-FFF2-40B4-BE49-F238E27FC236}">
                  <a16:creationId xmlns:a16="http://schemas.microsoft.com/office/drawing/2014/main" id="{A46BD01A-BDBD-485A-B1D5-D7B5D83F3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5875" y="1680633"/>
              <a:ext cx="3344580" cy="2144915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60A07A5-70B3-4C0E-B472-FD057A57446E}"/>
              </a:ext>
            </a:extLst>
          </p:cNvPr>
          <p:cNvSpPr txBox="1"/>
          <p:nvPr/>
        </p:nvSpPr>
        <p:spPr>
          <a:xfrm flipH="1">
            <a:off x="0" y="1803518"/>
            <a:ext cx="3506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lice" charset="0"/>
                <a:ea typeface="Alice" charset="0"/>
              </a:rPr>
              <a:t>Nalanda</a:t>
            </a:r>
            <a:r>
              <a:rPr lang="en-US" sz="2400" dirty="0">
                <a:latin typeface="Alice" charset="0"/>
                <a:ea typeface="Alice" charset="0"/>
              </a:rPr>
              <a:t> </a:t>
            </a:r>
          </a:p>
          <a:p>
            <a:r>
              <a:rPr lang="en-US" sz="2400" dirty="0">
                <a:latin typeface="Alice" charset="0"/>
                <a:ea typeface="Alice" charset="0"/>
              </a:rPr>
              <a:t>and </a:t>
            </a:r>
          </a:p>
          <a:p>
            <a:r>
              <a:rPr lang="en-US" sz="2400" dirty="0" err="1">
                <a:latin typeface="Alice" charset="0"/>
                <a:ea typeface="Alice" charset="0"/>
              </a:rPr>
              <a:t>Takshila</a:t>
            </a:r>
            <a:r>
              <a:rPr lang="en-US" sz="2400" dirty="0">
                <a:latin typeface="Alice" charset="0"/>
                <a:ea typeface="Alice" charset="0"/>
              </a:rPr>
              <a:t> </a:t>
            </a:r>
            <a:endParaRPr lang="en-IN" sz="2400" dirty="0">
              <a:latin typeface="Alice" charset="0"/>
              <a:ea typeface="Alic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67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" grpId="0"/>
      <p:bldP spid="574" grpId="0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5"/>
          <p:cNvSpPr txBox="1">
            <a:spLocks noGrp="1"/>
          </p:cNvSpPr>
          <p:nvPr>
            <p:ph type="title"/>
          </p:nvPr>
        </p:nvSpPr>
        <p:spPr>
          <a:xfrm>
            <a:off x="-183596" y="229606"/>
            <a:ext cx="5052166" cy="10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Somnath</a:t>
            </a:r>
            <a:endParaRPr dirty="0"/>
          </a:p>
        </p:txBody>
      </p:sp>
      <p:sp>
        <p:nvSpPr>
          <p:cNvPr id="574" name="Google Shape;574;p55"/>
          <p:cNvSpPr txBox="1">
            <a:spLocks noGrp="1"/>
          </p:cNvSpPr>
          <p:nvPr>
            <p:ph type="subTitle" idx="1"/>
          </p:nvPr>
        </p:nvSpPr>
        <p:spPr>
          <a:xfrm>
            <a:off x="551518" y="3934502"/>
            <a:ext cx="6542455" cy="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Built 2000 years ago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N</a:t>
            </a:r>
            <a:r>
              <a:rPr lang="en" sz="2000" dirty="0"/>
              <a:t>o advanced technology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0A07A5-70B3-4C0E-B472-FD057A57446E}"/>
              </a:ext>
            </a:extLst>
          </p:cNvPr>
          <p:cNvSpPr txBox="1"/>
          <p:nvPr/>
        </p:nvSpPr>
        <p:spPr>
          <a:xfrm flipH="1">
            <a:off x="557049" y="1156139"/>
            <a:ext cx="3098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Mystery of ‘Baan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</a:rPr>
              <a:t>Stambh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’</a:t>
            </a:r>
            <a:endParaRPr lang="en-IN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291254" y="570636"/>
            <a:ext cx="6695090" cy="4372303"/>
            <a:chOff x="2396172" y="975645"/>
            <a:chExt cx="6297848" cy="35176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D12BD34-9DBC-4366-B361-7DB15DA0F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6172" y="1817116"/>
              <a:ext cx="2714144" cy="1881841"/>
            </a:xfrm>
            <a:prstGeom prst="rect">
              <a:avLst/>
            </a:prstGeom>
          </p:spPr>
        </p:pic>
        <p:pic>
          <p:nvPicPr>
            <p:cNvPr id="12" name="Picture 11" descr="Text&#10;&#10;Description automatically generated">
              <a:extLst>
                <a:ext uri="{FF2B5EF4-FFF2-40B4-BE49-F238E27FC236}">
                  <a16:creationId xmlns:a16="http://schemas.microsoft.com/office/drawing/2014/main" id="{EAD28007-3DAE-4774-A3DD-ACFF1490C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69035" y="975645"/>
              <a:ext cx="2709504" cy="1881842"/>
            </a:xfrm>
            <a:prstGeom prst="rect">
              <a:avLst/>
            </a:prstGeom>
          </p:spPr>
        </p:pic>
        <p:pic>
          <p:nvPicPr>
            <p:cNvPr id="10" name="Picture 9" descr="Map&#10;&#10;Description automatically generated">
              <a:extLst>
                <a:ext uri="{FF2B5EF4-FFF2-40B4-BE49-F238E27FC236}">
                  <a16:creationId xmlns:a16="http://schemas.microsoft.com/office/drawing/2014/main" id="{B99D63AC-5566-4A4C-A9FF-A7CB402BE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46095" y="2626442"/>
              <a:ext cx="2447925" cy="1866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168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" grpId="0"/>
      <p:bldP spid="574" grpId="0" uiExpand="1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6"/>
          <p:cNvSpPr txBox="1">
            <a:spLocks noGrp="1"/>
          </p:cNvSpPr>
          <p:nvPr>
            <p:ph type="title"/>
          </p:nvPr>
        </p:nvSpPr>
        <p:spPr>
          <a:xfrm>
            <a:off x="1834500" y="3248866"/>
            <a:ext cx="5475000" cy="10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Significance</a:t>
            </a:r>
            <a:endParaRPr dirty="0"/>
          </a:p>
        </p:txBody>
      </p:sp>
      <p:sp>
        <p:nvSpPr>
          <p:cNvPr id="421" name="Google Shape;421;p46"/>
          <p:cNvSpPr txBox="1">
            <a:spLocks noGrp="1"/>
          </p:cNvSpPr>
          <p:nvPr>
            <p:ph type="title" idx="2"/>
          </p:nvPr>
        </p:nvSpPr>
        <p:spPr>
          <a:xfrm>
            <a:off x="3718350" y="1962150"/>
            <a:ext cx="1707300" cy="1219200"/>
          </a:xfrm>
          <a:prstGeom prst="rect">
            <a:avLst/>
          </a:prstGeom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423" name="Google Shape;423;p46"/>
          <p:cNvCxnSpPr/>
          <p:nvPr/>
        </p:nvCxnSpPr>
        <p:spPr>
          <a:xfrm rot="10800000">
            <a:off x="2673450" y="2074097"/>
            <a:ext cx="3797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 descr="indiansrgr8 5.jpg"/>
          <p:cNvPicPr>
            <a:picLocks noChangeAspect="1"/>
          </p:cNvPicPr>
          <p:nvPr/>
        </p:nvPicPr>
        <p:blipFill>
          <a:blip r:embed="rId4"/>
          <a:srcRect t="49434"/>
          <a:stretch>
            <a:fillRect/>
          </a:stretch>
        </p:blipFill>
        <p:spPr>
          <a:xfrm>
            <a:off x="536028" y="0"/>
            <a:ext cx="8071944" cy="13364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" grpId="0"/>
      <p:bldP spid="4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4"/>
          <p:cNvSpPr txBox="1">
            <a:spLocks noGrp="1"/>
          </p:cNvSpPr>
          <p:nvPr>
            <p:ph type="title"/>
          </p:nvPr>
        </p:nvSpPr>
        <p:spPr>
          <a:xfrm>
            <a:off x="542719" y="3485995"/>
            <a:ext cx="25677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Aryabhatiyam</a:t>
            </a:r>
            <a:endParaRPr dirty="0"/>
          </a:p>
        </p:txBody>
      </p:sp>
      <p:sp>
        <p:nvSpPr>
          <p:cNvPr id="385" name="Google Shape;385;p44"/>
          <p:cNvSpPr txBox="1">
            <a:spLocks noGrp="1"/>
          </p:cNvSpPr>
          <p:nvPr>
            <p:ph type="subTitle" idx="1"/>
          </p:nvPr>
        </p:nvSpPr>
        <p:spPr>
          <a:xfrm>
            <a:off x="504872" y="4077348"/>
            <a:ext cx="2643394" cy="6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Book written by Aryabhata mentioning gravity</a:t>
            </a:r>
            <a:endParaRPr dirty="0"/>
          </a:p>
        </p:txBody>
      </p:sp>
      <p:sp>
        <p:nvSpPr>
          <p:cNvPr id="386" name="Google Shape;386;p44"/>
          <p:cNvSpPr txBox="1">
            <a:spLocks noGrp="1"/>
          </p:cNvSpPr>
          <p:nvPr>
            <p:ph type="title" idx="2"/>
          </p:nvPr>
        </p:nvSpPr>
        <p:spPr>
          <a:xfrm>
            <a:off x="3286224" y="3485995"/>
            <a:ext cx="25677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Shivkar</a:t>
            </a:r>
            <a:r>
              <a:rPr lang="en-US" dirty="0"/>
              <a:t> Talpade</a:t>
            </a:r>
            <a:endParaRPr dirty="0"/>
          </a:p>
        </p:txBody>
      </p:sp>
      <p:sp>
        <p:nvSpPr>
          <p:cNvPr id="387" name="Google Shape;387;p44"/>
          <p:cNvSpPr txBox="1">
            <a:spLocks noGrp="1"/>
          </p:cNvSpPr>
          <p:nvPr>
            <p:ph type="subTitle" idx="3"/>
          </p:nvPr>
        </p:nvSpPr>
        <p:spPr>
          <a:xfrm>
            <a:off x="3186114" y="4106598"/>
            <a:ext cx="28474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Man, who invented airplane 8 years before Wright brothers</a:t>
            </a:r>
            <a:endParaRPr dirty="0"/>
          </a:p>
        </p:txBody>
      </p:sp>
      <p:sp>
        <p:nvSpPr>
          <p:cNvPr id="388" name="Google Shape;388;p44"/>
          <p:cNvSpPr txBox="1">
            <a:spLocks noGrp="1"/>
          </p:cNvSpPr>
          <p:nvPr>
            <p:ph type="title" idx="6"/>
          </p:nvPr>
        </p:nvSpPr>
        <p:spPr>
          <a:xfrm>
            <a:off x="434297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Some forgotten heroes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89" name="Google Shape;389;p44"/>
          <p:cNvSpPr txBox="1">
            <a:spLocks noGrp="1"/>
          </p:cNvSpPr>
          <p:nvPr>
            <p:ph type="title" idx="4"/>
          </p:nvPr>
        </p:nvSpPr>
        <p:spPr>
          <a:xfrm>
            <a:off x="6033581" y="3485995"/>
            <a:ext cx="25677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Bodhidharma</a:t>
            </a:r>
            <a:endParaRPr lang="en-IN" dirty="0"/>
          </a:p>
        </p:txBody>
      </p:sp>
      <p:sp>
        <p:nvSpPr>
          <p:cNvPr id="390" name="Google Shape;390;p44"/>
          <p:cNvSpPr txBox="1">
            <a:spLocks noGrp="1"/>
          </p:cNvSpPr>
          <p:nvPr>
            <p:ph type="subTitle" idx="5"/>
          </p:nvPr>
        </p:nvSpPr>
        <p:spPr>
          <a:xfrm>
            <a:off x="6302391" y="4099769"/>
            <a:ext cx="2757529" cy="6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 err="1"/>
              <a:t>Bodhidharma</a:t>
            </a:r>
            <a:r>
              <a:rPr lang="en-US" dirty="0"/>
              <a:t> was</a:t>
            </a:r>
            <a:r>
              <a:rPr lang="en-US" b="1" dirty="0"/>
              <a:t> </a:t>
            </a:r>
            <a:r>
              <a:rPr lang="en-US" dirty="0"/>
              <a:t>a legendary Buddhist monk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FEADD4-D48E-42E6-9496-40A3D217F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83" y="1511600"/>
            <a:ext cx="1864201" cy="1961100"/>
          </a:xfrm>
          <a:prstGeom prst="rect">
            <a:avLst/>
          </a:prstGeom>
        </p:spPr>
      </p:pic>
      <p:pic>
        <p:nvPicPr>
          <p:cNvPr id="5" name="Picture 4" descr="A picture containing text, person&#10;&#10;Description automatically generated">
            <a:extLst>
              <a:ext uri="{FF2B5EF4-FFF2-40B4-BE49-F238E27FC236}">
                <a16:creationId xmlns:a16="http://schemas.microsoft.com/office/drawing/2014/main" id="{2A06A1A7-E3A2-440C-B244-096A4C062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900" y="1511600"/>
            <a:ext cx="1864200" cy="1961100"/>
          </a:xfrm>
          <a:prstGeom prst="rect">
            <a:avLst/>
          </a:prstGeom>
        </p:spPr>
      </p:pic>
      <p:pic>
        <p:nvPicPr>
          <p:cNvPr id="7" name="Picture 6" descr="A person in a red dress&#10;&#10;Description automatically generated with low confidence">
            <a:extLst>
              <a:ext uri="{FF2B5EF4-FFF2-40B4-BE49-F238E27FC236}">
                <a16:creationId xmlns:a16="http://schemas.microsoft.com/office/drawing/2014/main" id="{43E34C55-ECFF-4615-81A2-E1E4278256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330" y="1524896"/>
            <a:ext cx="1860887" cy="1961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" grpId="0"/>
      <p:bldP spid="385" grpId="0" build="p"/>
      <p:bldP spid="386" grpId="0"/>
      <p:bldP spid="387" grpId="0" build="p"/>
      <p:bldP spid="388" grpId="0"/>
      <p:bldP spid="389" grpId="0"/>
      <p:bldP spid="39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0"/>
          <p:cNvSpPr txBox="1">
            <a:spLocks noGrp="1"/>
          </p:cNvSpPr>
          <p:nvPr>
            <p:ph type="title"/>
          </p:nvPr>
        </p:nvSpPr>
        <p:spPr>
          <a:xfrm>
            <a:off x="3846649" y="2004763"/>
            <a:ext cx="47781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Global Economy</a:t>
            </a:r>
            <a:endParaRPr dirty="0"/>
          </a:p>
        </p:txBody>
      </p:sp>
      <p:sp>
        <p:nvSpPr>
          <p:cNvPr id="492" name="Google Shape;492;p50"/>
          <p:cNvSpPr txBox="1">
            <a:spLocks noGrp="1"/>
          </p:cNvSpPr>
          <p:nvPr>
            <p:ph type="title" idx="2"/>
          </p:nvPr>
        </p:nvSpPr>
        <p:spPr>
          <a:xfrm>
            <a:off x="6917349" y="586077"/>
            <a:ext cx="1707300" cy="1518600"/>
          </a:xfrm>
          <a:prstGeom prst="rect">
            <a:avLst/>
          </a:prstGeom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5" name="Picture 4" descr="global-infla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21" y="937391"/>
            <a:ext cx="3912898" cy="3268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" grpId="0"/>
      <p:bldP spid="4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1"/>
          <p:cNvSpPr txBox="1"/>
          <p:nvPr/>
        </p:nvSpPr>
        <p:spPr>
          <a:xfrm>
            <a:off x="3426149" y="3941336"/>
            <a:ext cx="22917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rPr>
              <a:t>C</a:t>
            </a:r>
            <a:r>
              <a:rPr lang="en-IN" sz="3200" b="1" dirty="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rPr>
              <a:t>raft work</a:t>
            </a:r>
          </a:p>
        </p:txBody>
      </p:sp>
      <p:cxnSp>
        <p:nvCxnSpPr>
          <p:cNvPr id="503" name="Google Shape;503;p51"/>
          <p:cNvCxnSpPr/>
          <p:nvPr/>
        </p:nvCxnSpPr>
        <p:spPr>
          <a:xfrm rot="10800000">
            <a:off x="3083250" y="3901694"/>
            <a:ext cx="2977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6" name="Google Shape;506;p51"/>
          <p:cNvCxnSpPr/>
          <p:nvPr/>
        </p:nvCxnSpPr>
        <p:spPr>
          <a:xfrm rot="10800000">
            <a:off x="475790" y="2966825"/>
            <a:ext cx="2294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7" name="Google Shape;507;p51"/>
          <p:cNvSpPr txBox="1">
            <a:spLocks noGrp="1"/>
          </p:cNvSpPr>
          <p:nvPr>
            <p:ph type="subTitle" idx="4294967295"/>
          </p:nvPr>
        </p:nvSpPr>
        <p:spPr>
          <a:xfrm>
            <a:off x="549628" y="3070980"/>
            <a:ext cx="2291700" cy="6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Spices and Herbs</a:t>
            </a:r>
            <a:endParaRPr sz="2500" dirty="0"/>
          </a:p>
        </p:txBody>
      </p:sp>
      <p:cxnSp>
        <p:nvCxnSpPr>
          <p:cNvPr id="513" name="Google Shape;513;p51"/>
          <p:cNvCxnSpPr/>
          <p:nvPr/>
        </p:nvCxnSpPr>
        <p:spPr>
          <a:xfrm rot="10800000">
            <a:off x="6300272" y="2963280"/>
            <a:ext cx="2294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4" name="Google Shape;514;p51"/>
          <p:cNvSpPr txBox="1">
            <a:spLocks noGrp="1"/>
          </p:cNvSpPr>
          <p:nvPr>
            <p:ph type="subTitle" idx="4294967295"/>
          </p:nvPr>
        </p:nvSpPr>
        <p:spPr>
          <a:xfrm>
            <a:off x="6300272" y="3070980"/>
            <a:ext cx="2291700" cy="6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/>
              <a:t>Fabrics</a:t>
            </a:r>
            <a:endParaRPr sz="2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C6F38D-2686-4F86-AD09-B149928BD786}"/>
              </a:ext>
            </a:extLst>
          </p:cNvPr>
          <p:cNvSpPr txBox="1"/>
          <p:nvPr/>
        </p:nvSpPr>
        <p:spPr>
          <a:xfrm flipH="1">
            <a:off x="475788" y="635794"/>
            <a:ext cx="6225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Indian traditional things hold a great position globally.</a:t>
            </a:r>
            <a:endParaRPr lang="en-IN" sz="200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10E593-37C9-4C91-8B30-2BB6DE658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144" y="1943815"/>
            <a:ext cx="2091709" cy="1868991"/>
          </a:xfrm>
          <a:prstGeom prst="rect">
            <a:avLst/>
          </a:prstGeom>
        </p:spPr>
      </p:pic>
      <p:pic>
        <p:nvPicPr>
          <p:cNvPr id="6" name="Picture 5" descr="A picture containing vegetable&#10;&#10;Description automatically generated">
            <a:extLst>
              <a:ext uri="{FF2B5EF4-FFF2-40B4-BE49-F238E27FC236}">
                <a16:creationId xmlns:a16="http://schemas.microsoft.com/office/drawing/2014/main" id="{70DE39F5-C989-45C0-8A54-D414F4EEF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4" y="1578903"/>
            <a:ext cx="1741474" cy="1299408"/>
          </a:xfrm>
          <a:prstGeom prst="rect">
            <a:avLst/>
          </a:prstGeom>
        </p:spPr>
      </p:pic>
      <p:pic>
        <p:nvPicPr>
          <p:cNvPr id="8" name="Picture 7" descr="A picture containing text, furniture, rug, fabric&#10;&#10;Description automatically generated">
            <a:extLst>
              <a:ext uri="{FF2B5EF4-FFF2-40B4-BE49-F238E27FC236}">
                <a16:creationId xmlns:a16="http://schemas.microsoft.com/office/drawing/2014/main" id="{D5C58064-183D-4063-8B13-A820D9AEB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751" y="1578903"/>
            <a:ext cx="1742880" cy="1299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" grpId="0"/>
      <p:bldP spid="507" grpId="0" build="p"/>
      <p:bldP spid="514" grpId="0" build="p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6"/>
          <p:cNvSpPr txBox="1">
            <a:spLocks noGrp="1"/>
          </p:cNvSpPr>
          <p:nvPr>
            <p:ph type="title"/>
          </p:nvPr>
        </p:nvSpPr>
        <p:spPr>
          <a:xfrm>
            <a:off x="1834500" y="3100374"/>
            <a:ext cx="5475000" cy="10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U Turn Theory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421" name="Google Shape;421;p46"/>
          <p:cNvSpPr txBox="1">
            <a:spLocks noGrp="1"/>
          </p:cNvSpPr>
          <p:nvPr>
            <p:ph type="title" idx="2"/>
          </p:nvPr>
        </p:nvSpPr>
        <p:spPr>
          <a:xfrm>
            <a:off x="3718350" y="1962150"/>
            <a:ext cx="1707300" cy="1219200"/>
          </a:xfrm>
          <a:prstGeom prst="rect">
            <a:avLst/>
          </a:prstGeom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423" name="Google Shape;423;p46"/>
          <p:cNvCxnSpPr/>
          <p:nvPr/>
        </p:nvCxnSpPr>
        <p:spPr>
          <a:xfrm rot="10800000">
            <a:off x="2673450" y="2074097"/>
            <a:ext cx="3797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 descr="Screenshot (112).png"/>
          <p:cNvPicPr>
            <a:picLocks noChangeAspect="1"/>
          </p:cNvPicPr>
          <p:nvPr/>
        </p:nvPicPr>
        <p:blipFill>
          <a:blip r:embed="rId3"/>
          <a:srcRect t="39315" b="1498"/>
          <a:stretch>
            <a:fillRect/>
          </a:stretch>
        </p:blipFill>
        <p:spPr>
          <a:xfrm>
            <a:off x="417988" y="0"/>
            <a:ext cx="8019394" cy="144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7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" grpId="0"/>
      <p:bldP spid="4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1"/>
          <p:cNvSpPr txBox="1">
            <a:spLocks noGrp="1"/>
          </p:cNvSpPr>
          <p:nvPr>
            <p:ph type="subTitle" idx="5"/>
          </p:nvPr>
        </p:nvSpPr>
        <p:spPr>
          <a:xfrm>
            <a:off x="3313800" y="1667939"/>
            <a:ext cx="2516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Organic farming is best.</a:t>
            </a:r>
            <a:endParaRPr dirty="0"/>
          </a:p>
        </p:txBody>
      </p:sp>
      <p:sp>
        <p:nvSpPr>
          <p:cNvPr id="660" name="Google Shape;660;p61"/>
          <p:cNvSpPr txBox="1">
            <a:spLocks noGrp="1"/>
          </p:cNvSpPr>
          <p:nvPr>
            <p:ph type="title" idx="8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Is Westernization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chemeClr val="dk1"/>
                </a:solidFill>
              </a:rPr>
              <a:t>Modernization ?</a:t>
            </a:r>
          </a:p>
        </p:txBody>
      </p:sp>
      <p:sp>
        <p:nvSpPr>
          <p:cNvPr id="661" name="Google Shape;661;p61"/>
          <p:cNvSpPr txBox="1">
            <a:spLocks noGrp="1"/>
          </p:cNvSpPr>
          <p:nvPr>
            <p:ph type="title"/>
          </p:nvPr>
        </p:nvSpPr>
        <p:spPr>
          <a:xfrm>
            <a:off x="1378500" y="2495675"/>
            <a:ext cx="2516400" cy="3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Gestures</a:t>
            </a:r>
            <a:endParaRPr sz="2800" dirty="0"/>
          </a:p>
        </p:txBody>
      </p:sp>
      <p:sp>
        <p:nvSpPr>
          <p:cNvPr id="662" name="Google Shape;662;p61"/>
          <p:cNvSpPr txBox="1">
            <a:spLocks noGrp="1"/>
          </p:cNvSpPr>
          <p:nvPr>
            <p:ph type="subTitle" idx="1"/>
          </p:nvPr>
        </p:nvSpPr>
        <p:spPr>
          <a:xfrm>
            <a:off x="1378500" y="2825139"/>
            <a:ext cx="2516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 to Namaste</a:t>
            </a:r>
          </a:p>
        </p:txBody>
      </p:sp>
      <p:sp>
        <p:nvSpPr>
          <p:cNvPr id="663" name="Google Shape;663;p61"/>
          <p:cNvSpPr txBox="1">
            <a:spLocks noGrp="1"/>
          </p:cNvSpPr>
          <p:nvPr>
            <p:ph type="title" idx="2"/>
          </p:nvPr>
        </p:nvSpPr>
        <p:spPr>
          <a:xfrm>
            <a:off x="5249100" y="2499358"/>
            <a:ext cx="2516400" cy="3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Toilets</a:t>
            </a:r>
            <a:endParaRPr sz="2800" dirty="0"/>
          </a:p>
        </p:txBody>
      </p:sp>
      <p:sp>
        <p:nvSpPr>
          <p:cNvPr id="664" name="Google Shape;664;p61"/>
          <p:cNvSpPr txBox="1">
            <a:spLocks noGrp="1"/>
          </p:cNvSpPr>
          <p:nvPr>
            <p:ph type="subTitle" idx="3"/>
          </p:nvPr>
        </p:nvSpPr>
        <p:spPr>
          <a:xfrm>
            <a:off x="5249100" y="2821456"/>
            <a:ext cx="2516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Indian toilets are scientifically correct</a:t>
            </a:r>
            <a:endParaRPr dirty="0"/>
          </a:p>
        </p:txBody>
      </p:sp>
      <p:sp>
        <p:nvSpPr>
          <p:cNvPr id="665" name="Google Shape;665;p61"/>
          <p:cNvSpPr txBox="1">
            <a:spLocks noGrp="1"/>
          </p:cNvSpPr>
          <p:nvPr>
            <p:ph type="title" idx="4"/>
          </p:nvPr>
        </p:nvSpPr>
        <p:spPr>
          <a:xfrm>
            <a:off x="3313800" y="1347943"/>
            <a:ext cx="2516400" cy="3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Farming</a:t>
            </a:r>
            <a:endParaRPr sz="2800" dirty="0"/>
          </a:p>
        </p:txBody>
      </p:sp>
      <p:sp>
        <p:nvSpPr>
          <p:cNvPr id="666" name="Google Shape;666;p61"/>
          <p:cNvSpPr txBox="1">
            <a:spLocks noGrp="1"/>
          </p:cNvSpPr>
          <p:nvPr>
            <p:ph type="title" idx="6"/>
          </p:nvPr>
        </p:nvSpPr>
        <p:spPr>
          <a:xfrm>
            <a:off x="3313800" y="3652845"/>
            <a:ext cx="2516400" cy="3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Yoga</a:t>
            </a:r>
            <a:endParaRPr sz="2800" dirty="0"/>
          </a:p>
        </p:txBody>
      </p:sp>
      <p:sp>
        <p:nvSpPr>
          <p:cNvPr id="667" name="Google Shape;667;p61"/>
          <p:cNvSpPr txBox="1">
            <a:spLocks noGrp="1"/>
          </p:cNvSpPr>
          <p:nvPr>
            <p:ph type="subTitle" idx="7"/>
          </p:nvPr>
        </p:nvSpPr>
        <p:spPr>
          <a:xfrm>
            <a:off x="3313800" y="3989140"/>
            <a:ext cx="25164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Getting mor popular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western land</a:t>
            </a:r>
          </a:p>
        </p:txBody>
      </p:sp>
      <p:pic>
        <p:nvPicPr>
          <p:cNvPr id="5" name="Picture 4" descr="Shape, arrow&#10;&#10;Description automatically generated">
            <a:extLst>
              <a:ext uri="{FF2B5EF4-FFF2-40B4-BE49-F238E27FC236}">
                <a16:creationId xmlns:a16="http://schemas.microsoft.com/office/drawing/2014/main" id="{3D3B6646-E896-4FF8-8D77-57F07D1AA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364" y="2118959"/>
            <a:ext cx="2074077" cy="16758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" grpId="0" build="p"/>
      <p:bldP spid="660" grpId="0"/>
      <p:bldP spid="661" grpId="0"/>
      <p:bldP spid="662" grpId="0" build="p"/>
      <p:bldP spid="663" grpId="0"/>
      <p:bldP spid="664" grpId="0" build="p"/>
      <p:bldP spid="665" grpId="0"/>
      <p:bldP spid="666" grpId="0"/>
      <p:bldP spid="66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0"/>
          <p:cNvSpPr txBox="1">
            <a:spLocks noGrp="1"/>
          </p:cNvSpPr>
          <p:nvPr>
            <p:ph type="title"/>
          </p:nvPr>
        </p:nvSpPr>
        <p:spPr>
          <a:xfrm>
            <a:off x="3901356" y="1828697"/>
            <a:ext cx="47781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TKDL</a:t>
            </a:r>
            <a:endParaRPr dirty="0"/>
          </a:p>
        </p:txBody>
      </p:sp>
      <p:sp>
        <p:nvSpPr>
          <p:cNvPr id="492" name="Google Shape;492;p50"/>
          <p:cNvSpPr txBox="1">
            <a:spLocks noGrp="1"/>
          </p:cNvSpPr>
          <p:nvPr>
            <p:ph type="title" idx="2"/>
          </p:nvPr>
        </p:nvSpPr>
        <p:spPr>
          <a:xfrm>
            <a:off x="6917349" y="586077"/>
            <a:ext cx="1707300" cy="1518600"/>
          </a:xfrm>
          <a:prstGeom prst="rect">
            <a:avLst/>
          </a:prstGeom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pic>
        <p:nvPicPr>
          <p:cNvPr id="5" name="Picture 4" descr="OI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67" y="733917"/>
            <a:ext cx="3949591" cy="3596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35062" y="3268717"/>
            <a:ext cx="4792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lice" charset="0"/>
                <a:ea typeface="Alice" charset="0"/>
              </a:rPr>
              <a:t>Traditional Knowledge Digital Library</a:t>
            </a:r>
          </a:p>
          <a:p>
            <a:endParaRPr lang="en-US" sz="2000" dirty="0"/>
          </a:p>
        </p:txBody>
      </p:sp>
      <p:cxnSp>
        <p:nvCxnSpPr>
          <p:cNvPr id="8" name="Elbow Connector 7"/>
          <p:cNvCxnSpPr/>
          <p:nvPr/>
        </p:nvCxnSpPr>
        <p:spPr>
          <a:xfrm>
            <a:off x="5065986" y="3615559"/>
            <a:ext cx="4424855" cy="1588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42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" grpId="0"/>
      <p:bldP spid="492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8"/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</a:t>
            </a:r>
            <a:r>
              <a:rPr lang="en" dirty="0">
                <a:solidFill>
                  <a:schemeClr val="dk1"/>
                </a:solidFill>
              </a:rPr>
              <a:t>Features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42" name="Google Shape;442;p48"/>
          <p:cNvSpPr txBox="1">
            <a:spLocks noGrp="1"/>
          </p:cNvSpPr>
          <p:nvPr>
            <p:ph type="subTitle" idx="4294967295"/>
          </p:nvPr>
        </p:nvSpPr>
        <p:spPr>
          <a:xfrm>
            <a:off x="6409507" y="1865277"/>
            <a:ext cx="2196600" cy="6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buNone/>
            </a:pPr>
            <a:r>
              <a:rPr lang="en-US" sz="1600" dirty="0"/>
              <a:t> Access and agreements with the Indian and seven global patent offices</a:t>
            </a:r>
            <a:endParaRPr sz="1600" dirty="0"/>
          </a:p>
        </p:txBody>
      </p:sp>
      <p:sp>
        <p:nvSpPr>
          <p:cNvPr id="443" name="Google Shape;443;p48"/>
          <p:cNvSpPr txBox="1">
            <a:spLocks noGrp="1"/>
          </p:cNvSpPr>
          <p:nvPr>
            <p:ph type="title" idx="4294967295"/>
          </p:nvPr>
        </p:nvSpPr>
        <p:spPr>
          <a:xfrm>
            <a:off x="6409507" y="1529874"/>
            <a:ext cx="21966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Network</a:t>
            </a:r>
            <a:endParaRPr dirty="0"/>
          </a:p>
        </p:txBody>
      </p:sp>
      <p:sp>
        <p:nvSpPr>
          <p:cNvPr id="444" name="Google Shape;444;p48"/>
          <p:cNvSpPr txBox="1">
            <a:spLocks noGrp="1"/>
          </p:cNvSpPr>
          <p:nvPr>
            <p:ph type="subTitle" idx="4294967295"/>
          </p:nvPr>
        </p:nvSpPr>
        <p:spPr>
          <a:xfrm>
            <a:off x="6274676" y="3773214"/>
            <a:ext cx="2448910" cy="823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buNone/>
            </a:pPr>
            <a:r>
              <a:rPr lang="en-US" sz="1600" dirty="0"/>
              <a:t>Managed to protect around </a:t>
            </a:r>
            <a:r>
              <a:rPr lang="en-US" sz="1600" b="1" dirty="0"/>
              <a:t>0.226 million </a:t>
            </a:r>
            <a:r>
              <a:rPr lang="en-US" sz="1600" dirty="0"/>
              <a:t>medicinal formulations, that too at zero direct cost!</a:t>
            </a:r>
            <a:endParaRPr sz="1600" dirty="0"/>
          </a:p>
        </p:txBody>
      </p:sp>
      <p:sp>
        <p:nvSpPr>
          <p:cNvPr id="445" name="Google Shape;445;p48"/>
          <p:cNvSpPr txBox="1">
            <a:spLocks noGrp="1"/>
          </p:cNvSpPr>
          <p:nvPr>
            <p:ph type="title" idx="4294967295"/>
          </p:nvPr>
        </p:nvSpPr>
        <p:spPr>
          <a:xfrm>
            <a:off x="537893" y="1529874"/>
            <a:ext cx="22080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Data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446" name="Google Shape;446;p48"/>
          <p:cNvSpPr txBox="1">
            <a:spLocks noGrp="1"/>
          </p:cNvSpPr>
          <p:nvPr>
            <p:ph type="subTitle" idx="4294967295"/>
          </p:nvPr>
        </p:nvSpPr>
        <p:spPr>
          <a:xfrm>
            <a:off x="537893" y="1949357"/>
            <a:ext cx="2208000" cy="6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N" sz="1600" dirty="0"/>
              <a:t>A database containing </a:t>
            </a:r>
            <a:r>
              <a:rPr lang="en-IN" sz="1600" b="1" dirty="0"/>
              <a:t>34 million </a:t>
            </a:r>
            <a:r>
              <a:rPr lang="en-IN" sz="1600" dirty="0"/>
              <a:t>pages </a:t>
            </a:r>
            <a:endParaRPr sz="1600"/>
          </a:p>
        </p:txBody>
      </p:sp>
      <p:sp>
        <p:nvSpPr>
          <p:cNvPr id="447" name="Google Shape;447;p48"/>
          <p:cNvSpPr txBox="1">
            <a:spLocks noGrp="1"/>
          </p:cNvSpPr>
          <p:nvPr>
            <p:ph type="title" idx="4294967295"/>
          </p:nvPr>
        </p:nvSpPr>
        <p:spPr>
          <a:xfrm>
            <a:off x="516872" y="3445436"/>
            <a:ext cx="22080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Information </a:t>
            </a:r>
            <a:endParaRPr dirty="0"/>
          </a:p>
        </p:txBody>
      </p:sp>
      <p:sp>
        <p:nvSpPr>
          <p:cNvPr id="448" name="Google Shape;448;p48"/>
          <p:cNvSpPr txBox="1">
            <a:spLocks noGrp="1"/>
          </p:cNvSpPr>
          <p:nvPr>
            <p:ph type="subTitle" idx="4294967295"/>
          </p:nvPr>
        </p:nvSpPr>
        <p:spPr>
          <a:xfrm>
            <a:off x="537892" y="3969142"/>
            <a:ext cx="2447045" cy="6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N" sz="1600" dirty="0"/>
              <a:t>Contains </a:t>
            </a:r>
            <a:r>
              <a:rPr lang="en-IN" sz="1600" b="1" dirty="0"/>
              <a:t> 2,260,000 </a:t>
            </a:r>
            <a:r>
              <a:rPr lang="en-IN" sz="1600" dirty="0"/>
              <a:t>medicinal formulations in multiple languages </a:t>
            </a:r>
            <a:endParaRPr sz="1600" dirty="0"/>
          </a:p>
        </p:txBody>
      </p:sp>
      <p:sp>
        <p:nvSpPr>
          <p:cNvPr id="449" name="Google Shape;449;p48"/>
          <p:cNvSpPr txBox="1">
            <a:spLocks noGrp="1"/>
          </p:cNvSpPr>
          <p:nvPr>
            <p:ph type="title" idx="4294967295"/>
          </p:nvPr>
        </p:nvSpPr>
        <p:spPr>
          <a:xfrm>
            <a:off x="6417525" y="3392885"/>
            <a:ext cx="21966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IN" dirty="0">
                <a:solidFill>
                  <a:schemeClr val="tx2"/>
                </a:solidFill>
              </a:rPr>
              <a:t>Bio-Piracy</a:t>
            </a:r>
            <a:r>
              <a:rPr lang="en-IN" dirty="0"/>
              <a:t>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50" name="Google Shape;450;p48"/>
          <p:cNvSpPr/>
          <p:nvPr/>
        </p:nvSpPr>
        <p:spPr>
          <a:xfrm rot="-1800081" flipH="1">
            <a:off x="3457178" y="1773102"/>
            <a:ext cx="2236108" cy="2236108"/>
          </a:xfrm>
          <a:prstGeom prst="blockArc">
            <a:avLst>
              <a:gd name="adj1" fmla="val 14348563"/>
              <a:gd name="adj2" fmla="val 19872341"/>
              <a:gd name="adj3" fmla="val 91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48"/>
          <p:cNvSpPr/>
          <p:nvPr/>
        </p:nvSpPr>
        <p:spPr>
          <a:xfrm rot="1800081">
            <a:off x="3455404" y="1773102"/>
            <a:ext cx="2236108" cy="2236108"/>
          </a:xfrm>
          <a:prstGeom prst="blockArc">
            <a:avLst>
              <a:gd name="adj1" fmla="val 14545937"/>
              <a:gd name="adj2" fmla="val 19902139"/>
              <a:gd name="adj3" fmla="val 91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8"/>
          <p:cNvSpPr/>
          <p:nvPr/>
        </p:nvSpPr>
        <p:spPr>
          <a:xfrm rot="9000886">
            <a:off x="3450665" y="1772760"/>
            <a:ext cx="2235398" cy="2235398"/>
          </a:xfrm>
          <a:prstGeom prst="blockArc">
            <a:avLst>
              <a:gd name="adj1" fmla="val 18041678"/>
              <a:gd name="adj2" fmla="val 1798478"/>
              <a:gd name="adj3" fmla="val 959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48"/>
          <p:cNvSpPr/>
          <p:nvPr/>
        </p:nvSpPr>
        <p:spPr>
          <a:xfrm rot="-9000886" flipH="1">
            <a:off x="3456884" y="1773384"/>
            <a:ext cx="2235398" cy="2235398"/>
          </a:xfrm>
          <a:prstGeom prst="blockArc">
            <a:avLst>
              <a:gd name="adj1" fmla="val 17967225"/>
              <a:gd name="adj2" fmla="val 1529547"/>
              <a:gd name="adj3" fmla="val 92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48"/>
          <p:cNvSpPr/>
          <p:nvPr/>
        </p:nvSpPr>
        <p:spPr>
          <a:xfrm rot="8100000">
            <a:off x="3410943" y="2746239"/>
            <a:ext cx="301652" cy="301652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48"/>
          <p:cNvSpPr/>
          <p:nvPr/>
        </p:nvSpPr>
        <p:spPr>
          <a:xfrm rot="-2700000">
            <a:off x="5432093" y="2740288"/>
            <a:ext cx="301652" cy="301652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8"/>
          <p:cNvSpPr/>
          <p:nvPr/>
        </p:nvSpPr>
        <p:spPr>
          <a:xfrm rot="2700000">
            <a:off x="4421226" y="3747974"/>
            <a:ext cx="301652" cy="301652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8"/>
          <p:cNvSpPr/>
          <p:nvPr/>
        </p:nvSpPr>
        <p:spPr>
          <a:xfrm rot="-8100000">
            <a:off x="4421802" y="1724192"/>
            <a:ext cx="301652" cy="301652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8" name="Google Shape;458;p48"/>
          <p:cNvCxnSpPr>
            <a:stCxn id="445" idx="0"/>
          </p:cNvCxnSpPr>
          <p:nvPr/>
        </p:nvCxnSpPr>
        <p:spPr>
          <a:xfrm rot="-5400000" flipH="1">
            <a:off x="2422043" y="749724"/>
            <a:ext cx="660900" cy="2221200"/>
          </a:xfrm>
          <a:prstGeom prst="bentConnector4">
            <a:avLst>
              <a:gd name="adj1" fmla="val -36030"/>
              <a:gd name="adj2" fmla="val 74851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48"/>
          <p:cNvCxnSpPr>
            <a:stCxn id="443" idx="0"/>
          </p:cNvCxnSpPr>
          <p:nvPr/>
        </p:nvCxnSpPr>
        <p:spPr>
          <a:xfrm rot="5400000">
            <a:off x="6117307" y="814974"/>
            <a:ext cx="675600" cy="2105400"/>
          </a:xfrm>
          <a:prstGeom prst="bentConnector4">
            <a:avLst>
              <a:gd name="adj1" fmla="val -35246"/>
              <a:gd name="adj2" fmla="val 76083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48"/>
          <p:cNvCxnSpPr/>
          <p:nvPr/>
        </p:nvCxnSpPr>
        <p:spPr>
          <a:xfrm rot="-5400000">
            <a:off x="2451443" y="2303455"/>
            <a:ext cx="300900" cy="1920000"/>
          </a:xfrm>
          <a:prstGeom prst="bentConnector2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48"/>
          <p:cNvCxnSpPr/>
          <p:nvPr/>
        </p:nvCxnSpPr>
        <p:spPr>
          <a:xfrm>
            <a:off x="5432014" y="3125925"/>
            <a:ext cx="2073300" cy="3090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" name="Picture 25" descr="downlo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03" y="2102069"/>
            <a:ext cx="1629103" cy="155848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" grpId="0"/>
      <p:bldP spid="442" grpId="0" build="p"/>
      <p:bldP spid="443" grpId="0"/>
      <p:bldP spid="444" grpId="0" build="p"/>
      <p:bldP spid="445" grpId="0"/>
      <p:bldP spid="446" grpId="0" build="p"/>
      <p:bldP spid="447" grpId="0"/>
      <p:bldP spid="448" grpId="0" build="p"/>
      <p:bldP spid="4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7"/>
          <p:cNvSpPr txBox="1">
            <a:spLocks noGrp="1"/>
          </p:cNvSpPr>
          <p:nvPr>
            <p:ph type="title"/>
          </p:nvPr>
        </p:nvSpPr>
        <p:spPr>
          <a:xfrm>
            <a:off x="623637" y="1827838"/>
            <a:ext cx="8064900" cy="1361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r>
              <a:rPr lang="en-US" sz="6000" dirty="0">
                <a:solidFill>
                  <a:schemeClr val="accent1"/>
                </a:solidFill>
              </a:rPr>
              <a:t>THANK </a:t>
            </a:r>
            <a:r>
              <a:rPr lang="en-US" sz="6000" dirty="0">
                <a:solidFill>
                  <a:schemeClr val="tx1"/>
                </a:solidFill>
              </a:rPr>
              <a:t>YOU</a:t>
            </a:r>
            <a:r>
              <a:rPr lang="en-US" sz="6000" dirty="0">
                <a:solidFill>
                  <a:schemeClr val="accent1"/>
                </a:solidFill>
              </a:rPr>
              <a:t> </a:t>
            </a:r>
            <a:r>
              <a:rPr lang="en-US" sz="6000" dirty="0">
                <a:solidFill>
                  <a:schemeClr val="tx2"/>
                </a:solidFill>
              </a:rPr>
              <a:t>!</a:t>
            </a:r>
            <a:endParaRPr dirty="0">
              <a:solidFill>
                <a:schemeClr val="tx2"/>
              </a:solidFill>
            </a:endParaRPr>
          </a:p>
        </p:txBody>
      </p:sp>
      <p:pic>
        <p:nvPicPr>
          <p:cNvPr id="598" name="Google Shape;598;p57"/>
          <p:cNvPicPr preferRelativeResize="0"/>
          <p:nvPr/>
        </p:nvPicPr>
        <p:blipFill rotWithShape="1">
          <a:blip r:embed="rId3">
            <a:alphaModFix/>
          </a:blip>
          <a:srcRect t="38346" b="44769"/>
          <a:stretch/>
        </p:blipFill>
        <p:spPr>
          <a:xfrm>
            <a:off x="539502" y="-28574"/>
            <a:ext cx="8064998" cy="136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57"/>
          <p:cNvPicPr preferRelativeResize="0"/>
          <p:nvPr/>
        </p:nvPicPr>
        <p:blipFill rotWithShape="1">
          <a:blip r:embed="rId3">
            <a:alphaModFix/>
          </a:blip>
          <a:srcRect t="83115"/>
          <a:stretch/>
        </p:blipFill>
        <p:spPr>
          <a:xfrm>
            <a:off x="539502" y="3803207"/>
            <a:ext cx="8064998" cy="136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picture containing wrestling&#10;&#10;Description automatically generated">
            <a:extLst>
              <a:ext uri="{FF2B5EF4-FFF2-40B4-BE49-F238E27FC236}">
                <a16:creationId xmlns:a16="http://schemas.microsoft.com/office/drawing/2014/main" id="{E1D2C31D-B5A3-4788-BF23-A513D4E10B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2320"/>
          <a:stretch/>
        </p:blipFill>
        <p:spPr>
          <a:xfrm>
            <a:off x="539501" y="-28575"/>
            <a:ext cx="8064900" cy="1368869"/>
          </a:xfrm>
          <a:prstGeom prst="rect">
            <a:avLst/>
          </a:prstGeom>
        </p:spPr>
      </p:pic>
      <p:pic>
        <p:nvPicPr>
          <p:cNvPr id="8" name="Picture 7" descr="A picture containing wrestling&#10;&#10;Description automatically generated">
            <a:extLst>
              <a:ext uri="{FF2B5EF4-FFF2-40B4-BE49-F238E27FC236}">
                <a16:creationId xmlns:a16="http://schemas.microsoft.com/office/drawing/2014/main" id="{127B7932-9E0F-45BE-A31B-D4CF8B6FEB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205"/>
          <a:stretch/>
        </p:blipFill>
        <p:spPr>
          <a:xfrm>
            <a:off x="539501" y="3500438"/>
            <a:ext cx="8064900" cy="1664493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1597577" y="3048000"/>
            <a:ext cx="6222124" cy="1588"/>
          </a:xfrm>
          <a:prstGeom prst="line">
            <a:avLst/>
          </a:prstGeom>
          <a:ln>
            <a:solidFill>
              <a:schemeClr val="tx2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7" grpId="0"/>
    </p:bldLst>
  </p:timing>
</p:sld>
</file>

<file path=ppt/theme/theme1.xml><?xml version="1.0" encoding="utf-8"?>
<a:theme xmlns:a="http://schemas.openxmlformats.org/drawingml/2006/main" name="Social Issues Thesis: Poverty and Homelessness by Slidesgo">
  <a:themeElements>
    <a:clrScheme name="Simple Light">
      <a:dk1>
        <a:srgbClr val="F7892F"/>
      </a:dk1>
      <a:lt1>
        <a:srgbClr val="555F69"/>
      </a:lt1>
      <a:dk2>
        <a:srgbClr val="FCF1E1"/>
      </a:dk2>
      <a:lt2>
        <a:srgbClr val="FAC231"/>
      </a:lt2>
      <a:accent1>
        <a:srgbClr val="455A64"/>
      </a:accent1>
      <a:accent2>
        <a:srgbClr val="EBEB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55F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271</Words>
  <Application>Microsoft Office PowerPoint</Application>
  <PresentationFormat>On-screen Show (16:9)</PresentationFormat>
  <Paragraphs>72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Social Issues Thesis: Poverty and Homelessness by Slidesgo</vt:lpstr>
      <vt:lpstr>PowerPoint Presentation</vt:lpstr>
      <vt:lpstr>Traditional Knowledge</vt:lpstr>
      <vt:lpstr>PowerPoint Presentation</vt:lpstr>
      <vt:lpstr>Traditional Knowledge</vt:lpstr>
      <vt:lpstr>Overview</vt:lpstr>
      <vt:lpstr>Universities</vt:lpstr>
      <vt:lpstr>Somnath</vt:lpstr>
      <vt:lpstr>Significance</vt:lpstr>
      <vt:lpstr>Aryabhatiyam</vt:lpstr>
      <vt:lpstr>Global Economy</vt:lpstr>
      <vt:lpstr>PowerPoint Presentation</vt:lpstr>
      <vt:lpstr>U Turn Theory</vt:lpstr>
      <vt:lpstr>Is Westernization = Modernization ?</vt:lpstr>
      <vt:lpstr>TKDL</vt:lpstr>
      <vt:lpstr>Key Features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Poverty &amp; Homelessness</dc:title>
  <dc:creator>Khushi</dc:creator>
  <cp:lastModifiedBy>sarika dive</cp:lastModifiedBy>
  <cp:revision>15</cp:revision>
  <dcterms:modified xsi:type="dcterms:W3CDTF">2024-02-22T05:04:01Z</dcterms:modified>
</cp:coreProperties>
</file>