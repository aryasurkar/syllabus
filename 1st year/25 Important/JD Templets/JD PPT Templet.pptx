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3447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49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630400" cy="878203"/>
            <a:chOff x="0" y="0"/>
            <a:chExt cx="24384000" cy="14636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63675"/>
            </a:xfrm>
            <a:custGeom>
              <a:avLst/>
              <a:gdLst/>
              <a:ahLst/>
              <a:cxnLst/>
              <a:rect l="l" t="t" r="r" b="b"/>
              <a:pathLst>
                <a:path w="24384000" h="1463675">
                  <a:moveTo>
                    <a:pt x="0" y="0"/>
                  </a:moveTo>
                  <a:lnTo>
                    <a:pt x="24384000" y="0"/>
                  </a:lnTo>
                  <a:lnTo>
                    <a:pt x="24384000" y="1463675"/>
                  </a:lnTo>
                  <a:lnTo>
                    <a:pt x="0" y="1463675"/>
                  </a:lnTo>
                  <a:close/>
                </a:path>
              </a:pathLst>
            </a:custGeom>
            <a:solidFill>
              <a:srgbClr val="3E4E7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778240" y="0"/>
            <a:ext cx="5852160" cy="1066800"/>
            <a:chOff x="0" y="0"/>
            <a:chExt cx="9753600" cy="177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753600" cy="1778000"/>
            </a:xfrm>
            <a:custGeom>
              <a:avLst/>
              <a:gdLst/>
              <a:ahLst/>
              <a:cxnLst/>
              <a:rect l="l" t="t" r="r" b="b"/>
              <a:pathLst>
                <a:path w="9753600" h="1778000">
                  <a:moveTo>
                    <a:pt x="0" y="0"/>
                  </a:moveTo>
                  <a:lnTo>
                    <a:pt x="9753600" y="0"/>
                  </a:lnTo>
                  <a:lnTo>
                    <a:pt x="9753600" y="1778000"/>
                  </a:lnTo>
                  <a:lnTo>
                    <a:pt x="842391" y="177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2A3B"/>
            </a:solidFill>
          </p:spPr>
        </p:sp>
      </p:grpSp>
      <p:sp>
        <p:nvSpPr>
          <p:cNvPr id="6" name="Freeform 6" descr="C:\Users\NEW DEAN ADMIN\Desktop\Asset 1.png"/>
          <p:cNvSpPr/>
          <p:nvPr/>
        </p:nvSpPr>
        <p:spPr>
          <a:xfrm>
            <a:off x="9387840" y="-8091"/>
            <a:ext cx="5242560" cy="1074891"/>
          </a:xfrm>
          <a:custGeom>
            <a:avLst/>
            <a:gdLst/>
            <a:ahLst/>
            <a:cxnLst/>
            <a:rect l="l" t="t" r="r" b="b"/>
            <a:pathLst>
              <a:path w="6553200" h="1343614">
                <a:moveTo>
                  <a:pt x="0" y="0"/>
                </a:moveTo>
                <a:lnTo>
                  <a:pt x="6553200" y="0"/>
                </a:lnTo>
                <a:lnTo>
                  <a:pt x="6553200" y="1343614"/>
                </a:lnTo>
                <a:lnTo>
                  <a:pt x="0" y="1343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5356" t="-24356" r="-32609" b="-36065"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306"/>
    </mc:Choice>
    <mc:Fallback xmlns="">
      <p:transition spd="slow" advTm="32306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3</Words>
  <Application>Microsoft Office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lastModifiedBy>Arya Surkar</cp:lastModifiedBy>
  <cp:revision>9</cp:revision>
  <dcterms:created xsi:type="dcterms:W3CDTF">2025-07-26T20:34:46Z</dcterms:created>
  <dcterms:modified xsi:type="dcterms:W3CDTF">2025-09-23T03:30:55Z</dcterms:modified>
</cp:coreProperties>
</file>